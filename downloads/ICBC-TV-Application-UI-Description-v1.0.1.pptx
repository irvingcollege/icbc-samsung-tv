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2" r:id="rId1"/>
    <p:sldMasterId id="2147483775" r:id="rId2"/>
    <p:sldMasterId id="2147483779" r:id="rId3"/>
    <p:sldMasterId id="2147483781" r:id="rId4"/>
    <p:sldMasterId id="2147483783" r:id="rId5"/>
    <p:sldMasterId id="2147483785" r:id="rId6"/>
    <p:sldMasterId id="2147483787" r:id="rId7"/>
    <p:sldMasterId id="2147483777" r:id="rId8"/>
  </p:sldMasterIdLst>
  <p:notesMasterIdLst>
    <p:notesMasterId r:id="rId30"/>
  </p:notesMasterIdLst>
  <p:handoutMasterIdLst>
    <p:handoutMasterId r:id="rId31"/>
  </p:handoutMasterIdLst>
  <p:sldIdLst>
    <p:sldId id="290" r:id="rId10"/>
    <p:sldId id="257" r:id="rId11"/>
    <p:sldId id="258" r:id="rId12"/>
    <p:sldId id="261" r:id="rId13"/>
    <p:sldId id="304" r:id="rId17"/>
    <p:sldId id="295" r:id="rId18"/>
    <p:sldId id="296" r:id="rId19"/>
    <p:sldId id="297" r:id="rId20"/>
    <p:sldId id="298" r:id="rId21"/>
    <p:sldId id="305" r:id="rId22"/>
    <p:sldId id="299" r:id="rId23"/>
    <p:sldId id="300" r:id="rId24"/>
    <p:sldId id="301" r:id="rId25"/>
    <p:sldId id="308" r:id="rId37"/>
    <p:sldId id="306" r:id="rId26"/>
    <p:sldId id="302" r:id="rId27"/>
    <p:sldId id="307" r:id="rId28"/>
    <p:sldId id="303" r:id="rId2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C46F"/>
    <a:srgbClr val="E08B56"/>
    <a:srgbClr val="2B3957"/>
    <a:srgbClr val="374971"/>
    <a:srgbClr val="516BA5"/>
    <a:srgbClr val="3B3838"/>
    <a:srgbClr val="FFFFFF"/>
    <a:srgbClr val="82F7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67" autoAdjust="0"/>
    <p:restoredTop sz="94660"/>
  </p:normalViewPr>
  <p:slideViewPr>
    <p:cSldViewPr>
      <p:cViewPr varScale="1">
        <p:scale>
          <a:sx n="72" d="100"/>
          <a:sy n="72" d="100"/>
        </p:scale>
        <p:origin x="11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01" d="100"/>
          <a:sy n="101" d="100"/>
        </p:scale>
        <p:origin x="2694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5/10/relationships/revisionInfo" Target="revisionInfo.xml"/><Relationship Id="rId37" Type="http://schemas.openxmlformats.org/officeDocument/2006/relationships/slide" Target="slides/slide2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4DAB93-CEFC-4FC9-839F-0BEB0EF2FF73}" type="datetimeFigureOut">
              <a:rPr lang="pl-PL" smtClean="0"/>
              <a:t>2018-04-10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31A94-3DF5-481E-B085-FF694E4069A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643475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FA9AA8-DED1-45DB-B35B-C8925B19C961}" type="datetimeFigureOut">
              <a:rPr lang="pl-PL" smtClean="0"/>
              <a:t>2018-04-10</a:t>
            </a:fld>
            <a:endParaRPr lang="pl-P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108FC8-769B-485C-8357-A074C463AB0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2705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108FC8-769B-485C-8357-A074C463AB08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145914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Straight Connector 38"/>
          <p:cNvCxnSpPr/>
          <p:nvPr userDrawn="1"/>
        </p:nvCxnSpPr>
        <p:spPr>
          <a:xfrm>
            <a:off x="457200" y="980728"/>
            <a:ext cx="82296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내용 개체 틀 2"/>
          <p:cNvSpPr txBox="1">
            <a:spLocks/>
          </p:cNvSpPr>
          <p:nvPr userDrawn="1"/>
        </p:nvSpPr>
        <p:spPr>
          <a:xfrm>
            <a:off x="457200" y="1848192"/>
            <a:ext cx="8229600" cy="438912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1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1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1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74971"/>
              </a:buClr>
              <a:buFont typeface="Wingdings" panose="05000000000000000000" pitchFamily="2" charset="2"/>
              <a:buChar char="§"/>
            </a:pPr>
            <a:endParaRPr lang="pl-PL" altLang="ko-KR" sz="1800" dirty="0">
              <a:solidFill>
                <a:srgbClr val="3B38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itle Placeholder 3"/>
          <p:cNvSpPr>
            <a:spLocks noGrp="1"/>
          </p:cNvSpPr>
          <p:nvPr>
            <p:ph type="title"/>
          </p:nvPr>
        </p:nvSpPr>
        <p:spPr>
          <a:xfrm>
            <a:off x="457200" y="365125"/>
            <a:ext cx="8229600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pl-PL" dirty="0"/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51104" y="6597352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2AF35AD-09C2-4EBD-8934-72FD947EF48F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48" name="내용 개체 틀 2"/>
          <p:cNvSpPr>
            <a:spLocks noGrp="1"/>
          </p:cNvSpPr>
          <p:nvPr>
            <p:ph idx="1" hasCustomPrompt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/>
          <a:lstStyle>
            <a:lvl1pPr eaLnBrk="1" latinLnBrk="0" hangingPunct="1">
              <a:spcAft>
                <a:spcPts val="600"/>
              </a:spcAft>
              <a:defRPr/>
            </a:lvl1pPr>
            <a:lvl2pPr marL="640080" indent="-246888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2pPr>
            <a:lvl3pPr marL="914400" indent="-246888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3pPr>
            <a:lvl4pPr marL="1188720" indent="-210312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4pPr>
            <a:lvl5pPr marL="1463040" indent="-210312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 eaLnBrk="1" latinLnBrk="0" hangingPunct="1"/>
            <a:r>
              <a:rPr lang="pl-PL" altLang="ko-KR" dirty="0"/>
              <a:t>Sample text</a:t>
            </a:r>
          </a:p>
          <a:p>
            <a:pPr lvl="1" eaLnBrk="1" latinLnBrk="0" hangingPunct="1"/>
            <a:r>
              <a:rPr lang="pl-PL" altLang="ko-KR" dirty="0"/>
              <a:t>Sample text</a:t>
            </a:r>
          </a:p>
          <a:p>
            <a:pPr lvl="2" eaLnBrk="1" latinLnBrk="0" hangingPunct="1"/>
            <a:r>
              <a:rPr lang="pl-PL" altLang="ko-KR" dirty="0"/>
              <a:t>Sample text</a:t>
            </a:r>
          </a:p>
          <a:p>
            <a:pPr lvl="3" eaLnBrk="1" latinLnBrk="0" hangingPunct="1"/>
            <a:r>
              <a:rPr lang="pl-PL" altLang="ko-KR" dirty="0"/>
              <a:t>Sample text</a:t>
            </a:r>
          </a:p>
          <a:p>
            <a:pPr lvl="4" eaLnBrk="1" latinLnBrk="0" hangingPunct="1"/>
            <a:r>
              <a:rPr lang="pl-PL" altLang="ko-KR" dirty="0"/>
              <a:t>Sample text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내용 개체 틀 2"/>
          <p:cNvSpPr txBox="1">
            <a:spLocks/>
          </p:cNvSpPr>
          <p:nvPr userDrawn="1"/>
        </p:nvSpPr>
        <p:spPr>
          <a:xfrm>
            <a:off x="457200" y="1848192"/>
            <a:ext cx="8229600" cy="438912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1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1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1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74971"/>
              </a:buClr>
              <a:buFont typeface="Wingdings" panose="05000000000000000000" pitchFamily="2" charset="2"/>
              <a:buChar char="§"/>
            </a:pPr>
            <a:endParaRPr lang="pl-PL" altLang="ko-KR" sz="1800" dirty="0">
              <a:solidFill>
                <a:srgbClr val="3B38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itle Placeholder 3"/>
          <p:cNvSpPr>
            <a:spLocks noGrp="1"/>
          </p:cNvSpPr>
          <p:nvPr>
            <p:ph type="title"/>
          </p:nvPr>
        </p:nvSpPr>
        <p:spPr>
          <a:xfrm>
            <a:off x="2123728" y="365125"/>
            <a:ext cx="6563072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pl-PL" dirty="0"/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51104" y="6597352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2AF35AD-09C2-4EBD-8934-72FD947EF48F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10" name="내용 개체 틀 2"/>
          <p:cNvSpPr>
            <a:spLocks noGrp="1"/>
          </p:cNvSpPr>
          <p:nvPr>
            <p:ph idx="1" hasCustomPrompt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/>
          <a:lstStyle>
            <a:lvl1pPr eaLnBrk="1" latinLnBrk="0" hangingPunct="1">
              <a:spcAft>
                <a:spcPts val="600"/>
              </a:spcAft>
              <a:defRPr/>
            </a:lvl1pPr>
            <a:lvl2pPr marL="640080" indent="-246888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2pPr>
            <a:lvl3pPr marL="914400" indent="-246888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3pPr>
            <a:lvl4pPr marL="1188720" indent="-210312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4pPr>
            <a:lvl5pPr marL="1463040" indent="-210312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 eaLnBrk="1" latinLnBrk="0" hangingPunct="1"/>
            <a:r>
              <a:rPr lang="pl-PL" altLang="ko-KR" dirty="0"/>
              <a:t>Sample text</a:t>
            </a:r>
          </a:p>
          <a:p>
            <a:pPr lvl="1" eaLnBrk="1" latinLnBrk="0" hangingPunct="1"/>
            <a:r>
              <a:rPr lang="pl-PL" altLang="ko-KR" dirty="0"/>
              <a:t>Sample text</a:t>
            </a:r>
          </a:p>
          <a:p>
            <a:pPr lvl="2" eaLnBrk="1" latinLnBrk="0" hangingPunct="1"/>
            <a:r>
              <a:rPr lang="pl-PL" altLang="ko-KR" dirty="0"/>
              <a:t>Sample text</a:t>
            </a:r>
          </a:p>
          <a:p>
            <a:pPr lvl="3" eaLnBrk="1" latinLnBrk="0" hangingPunct="1"/>
            <a:r>
              <a:rPr lang="pl-PL" altLang="ko-KR" dirty="0"/>
              <a:t>Sample text</a:t>
            </a:r>
          </a:p>
          <a:p>
            <a:pPr lvl="4" eaLnBrk="1" latinLnBrk="0" hangingPunct="1"/>
            <a:r>
              <a:rPr lang="pl-PL" altLang="ko-KR" dirty="0"/>
              <a:t>Sample text</a:t>
            </a:r>
          </a:p>
        </p:txBody>
      </p:sp>
    </p:spTree>
    <p:extLst>
      <p:ext uri="{BB962C8B-B14F-4D97-AF65-F5344CB8AC3E}">
        <p14:creationId xmlns:p14="http://schemas.microsoft.com/office/powerpoint/2010/main" val="22521465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nguage-O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내용 개체 틀 2"/>
          <p:cNvSpPr txBox="1">
            <a:spLocks/>
          </p:cNvSpPr>
          <p:nvPr userDrawn="1"/>
        </p:nvSpPr>
        <p:spPr>
          <a:xfrm>
            <a:off x="457200" y="1848192"/>
            <a:ext cx="8229600" cy="438912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1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1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1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74971"/>
              </a:buClr>
              <a:buFont typeface="Wingdings" panose="05000000000000000000" pitchFamily="2" charset="2"/>
              <a:buChar char="§"/>
            </a:pPr>
            <a:endParaRPr lang="pl-PL" altLang="ko-KR" sz="1800" dirty="0">
              <a:solidFill>
                <a:srgbClr val="3B38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itle Placeholder 3"/>
          <p:cNvSpPr>
            <a:spLocks noGrp="1"/>
          </p:cNvSpPr>
          <p:nvPr>
            <p:ph type="title"/>
          </p:nvPr>
        </p:nvSpPr>
        <p:spPr>
          <a:xfrm>
            <a:off x="2123728" y="365125"/>
            <a:ext cx="6563072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pl-PL" dirty="0"/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51104" y="6597352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2AF35AD-09C2-4EBD-8934-72FD947EF48F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7" name="내용 개체 틀 2"/>
          <p:cNvSpPr>
            <a:spLocks noGrp="1"/>
          </p:cNvSpPr>
          <p:nvPr>
            <p:ph idx="1" hasCustomPrompt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/>
          <a:lstStyle>
            <a:lvl1pPr eaLnBrk="1" latinLnBrk="0" hangingPunct="1">
              <a:spcAft>
                <a:spcPts val="600"/>
              </a:spcAft>
              <a:defRPr/>
            </a:lvl1pPr>
            <a:lvl2pPr marL="640080" indent="-246888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2pPr>
            <a:lvl3pPr marL="914400" indent="-246888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3pPr>
            <a:lvl4pPr marL="1188720" indent="-210312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4pPr>
            <a:lvl5pPr marL="1463040" indent="-210312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 eaLnBrk="1" latinLnBrk="0" hangingPunct="1"/>
            <a:r>
              <a:rPr lang="pl-PL" altLang="ko-KR" dirty="0"/>
              <a:t>Sample text</a:t>
            </a:r>
          </a:p>
          <a:p>
            <a:pPr lvl="1" eaLnBrk="1" latinLnBrk="0" hangingPunct="1"/>
            <a:r>
              <a:rPr lang="pl-PL" altLang="ko-KR" dirty="0"/>
              <a:t>Sample text</a:t>
            </a:r>
          </a:p>
          <a:p>
            <a:pPr lvl="2" eaLnBrk="1" latinLnBrk="0" hangingPunct="1"/>
            <a:r>
              <a:rPr lang="pl-PL" altLang="ko-KR" dirty="0"/>
              <a:t>Sample text</a:t>
            </a:r>
          </a:p>
          <a:p>
            <a:pPr lvl="3" eaLnBrk="1" latinLnBrk="0" hangingPunct="1"/>
            <a:r>
              <a:rPr lang="pl-PL" altLang="ko-KR" dirty="0"/>
              <a:t>Sample text</a:t>
            </a:r>
          </a:p>
          <a:p>
            <a:pPr lvl="4" eaLnBrk="1" latinLnBrk="0" hangingPunct="1"/>
            <a:r>
              <a:rPr lang="pl-PL" altLang="ko-KR" dirty="0"/>
              <a:t>Sample text</a:t>
            </a:r>
          </a:p>
        </p:txBody>
      </p:sp>
    </p:spTree>
    <p:extLst>
      <p:ext uri="{BB962C8B-B14F-4D97-AF65-F5344CB8AC3E}">
        <p14:creationId xmlns:p14="http://schemas.microsoft.com/office/powerpoint/2010/main" val="23852205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mote-Key-ma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내용 개체 틀 2"/>
          <p:cNvSpPr txBox="1">
            <a:spLocks/>
          </p:cNvSpPr>
          <p:nvPr userDrawn="1"/>
        </p:nvSpPr>
        <p:spPr>
          <a:xfrm>
            <a:off x="457200" y="1848192"/>
            <a:ext cx="8229600" cy="438912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1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1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1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74971"/>
              </a:buClr>
              <a:buFont typeface="Wingdings" panose="05000000000000000000" pitchFamily="2" charset="2"/>
              <a:buChar char="§"/>
            </a:pPr>
            <a:endParaRPr lang="pl-PL" altLang="ko-KR" sz="1800" dirty="0">
              <a:solidFill>
                <a:srgbClr val="3B38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itle Placeholder 3"/>
          <p:cNvSpPr>
            <a:spLocks noGrp="1"/>
          </p:cNvSpPr>
          <p:nvPr>
            <p:ph type="title"/>
          </p:nvPr>
        </p:nvSpPr>
        <p:spPr>
          <a:xfrm>
            <a:off x="2123728" y="365125"/>
            <a:ext cx="6563072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pl-PL" dirty="0"/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51104" y="6597352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2AF35AD-09C2-4EBD-8934-72FD947EF48F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7" name="내용 개체 틀 2"/>
          <p:cNvSpPr>
            <a:spLocks noGrp="1"/>
          </p:cNvSpPr>
          <p:nvPr>
            <p:ph idx="1" hasCustomPrompt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/>
          <a:lstStyle>
            <a:lvl1pPr eaLnBrk="1" latinLnBrk="0" hangingPunct="1">
              <a:spcAft>
                <a:spcPts val="600"/>
              </a:spcAft>
              <a:defRPr/>
            </a:lvl1pPr>
            <a:lvl2pPr marL="640080" indent="-246888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2pPr>
            <a:lvl3pPr marL="914400" indent="-246888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3pPr>
            <a:lvl4pPr marL="1188720" indent="-210312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4pPr>
            <a:lvl5pPr marL="1463040" indent="-210312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 eaLnBrk="1" latinLnBrk="0" hangingPunct="1"/>
            <a:r>
              <a:rPr lang="pl-PL" altLang="ko-KR" dirty="0"/>
              <a:t>Sample text</a:t>
            </a:r>
          </a:p>
          <a:p>
            <a:pPr lvl="1" eaLnBrk="1" latinLnBrk="0" hangingPunct="1"/>
            <a:r>
              <a:rPr lang="pl-PL" altLang="ko-KR" dirty="0"/>
              <a:t>Sample text</a:t>
            </a:r>
          </a:p>
          <a:p>
            <a:pPr lvl="2" eaLnBrk="1" latinLnBrk="0" hangingPunct="1"/>
            <a:r>
              <a:rPr lang="pl-PL" altLang="ko-KR" dirty="0"/>
              <a:t>Sample text</a:t>
            </a:r>
          </a:p>
          <a:p>
            <a:pPr lvl="3" eaLnBrk="1" latinLnBrk="0" hangingPunct="1"/>
            <a:r>
              <a:rPr lang="pl-PL" altLang="ko-KR" dirty="0"/>
              <a:t>Sample text</a:t>
            </a:r>
          </a:p>
          <a:p>
            <a:pPr lvl="4" eaLnBrk="1" latinLnBrk="0" hangingPunct="1"/>
            <a:r>
              <a:rPr lang="pl-PL" altLang="ko-KR" dirty="0"/>
              <a:t>Sample text</a:t>
            </a:r>
          </a:p>
        </p:txBody>
      </p:sp>
    </p:spTree>
    <p:extLst>
      <p:ext uri="{BB962C8B-B14F-4D97-AF65-F5344CB8AC3E}">
        <p14:creationId xmlns:p14="http://schemas.microsoft.com/office/powerpoint/2010/main" val="32745974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Straight Connector 38"/>
          <p:cNvCxnSpPr/>
          <p:nvPr userDrawn="1"/>
        </p:nvCxnSpPr>
        <p:spPr>
          <a:xfrm>
            <a:off x="457200" y="980728"/>
            <a:ext cx="82296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내용 개체 틀 2"/>
          <p:cNvSpPr txBox="1">
            <a:spLocks/>
          </p:cNvSpPr>
          <p:nvPr userDrawn="1"/>
        </p:nvSpPr>
        <p:spPr>
          <a:xfrm>
            <a:off x="457200" y="1848192"/>
            <a:ext cx="8229600" cy="438912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1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1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1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74971"/>
              </a:buClr>
              <a:buFont typeface="Wingdings" panose="05000000000000000000" pitchFamily="2" charset="2"/>
              <a:buChar char="§"/>
            </a:pPr>
            <a:endParaRPr lang="pl-PL" altLang="ko-KR" sz="1800" dirty="0">
              <a:solidFill>
                <a:srgbClr val="3B38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itle Placeholder 3"/>
          <p:cNvSpPr>
            <a:spLocks noGrp="1"/>
          </p:cNvSpPr>
          <p:nvPr>
            <p:ph type="title"/>
          </p:nvPr>
        </p:nvSpPr>
        <p:spPr>
          <a:xfrm>
            <a:off x="457200" y="365125"/>
            <a:ext cx="8229600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pl-PL" dirty="0"/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51104" y="6597352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2AF35AD-09C2-4EBD-8934-72FD947EF48F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48" name="내용 개체 틀 2"/>
          <p:cNvSpPr>
            <a:spLocks noGrp="1"/>
          </p:cNvSpPr>
          <p:nvPr>
            <p:ph idx="1" hasCustomPrompt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/>
          <a:lstStyle>
            <a:lvl1pPr eaLnBrk="1" latinLnBrk="0" hangingPunct="1">
              <a:spcAft>
                <a:spcPts val="600"/>
              </a:spcAft>
              <a:defRPr/>
            </a:lvl1pPr>
            <a:lvl2pPr marL="640080" indent="-246888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2pPr>
            <a:lvl3pPr marL="914400" indent="-246888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3pPr>
            <a:lvl4pPr marL="1188720" indent="-210312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4pPr>
            <a:lvl5pPr marL="1463040" indent="-210312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 eaLnBrk="1" latinLnBrk="0" hangingPunct="1"/>
            <a:r>
              <a:rPr lang="pl-PL" altLang="ko-KR" dirty="0"/>
              <a:t>Sample text</a:t>
            </a:r>
          </a:p>
          <a:p>
            <a:pPr lvl="1" eaLnBrk="1" latinLnBrk="0" hangingPunct="1"/>
            <a:r>
              <a:rPr lang="pl-PL" altLang="ko-KR" dirty="0"/>
              <a:t>Sample text</a:t>
            </a:r>
          </a:p>
          <a:p>
            <a:pPr lvl="2" eaLnBrk="1" latinLnBrk="0" hangingPunct="1"/>
            <a:r>
              <a:rPr lang="pl-PL" altLang="ko-KR" dirty="0"/>
              <a:t>Sample text</a:t>
            </a:r>
          </a:p>
          <a:p>
            <a:pPr lvl="3" eaLnBrk="1" latinLnBrk="0" hangingPunct="1"/>
            <a:r>
              <a:rPr lang="pl-PL" altLang="ko-KR" dirty="0"/>
              <a:t>Sample text</a:t>
            </a:r>
          </a:p>
          <a:p>
            <a:pPr lvl="4" eaLnBrk="1" latinLnBrk="0" hangingPunct="1"/>
            <a:r>
              <a:rPr lang="pl-PL" altLang="ko-KR" dirty="0"/>
              <a:t>Sample text</a:t>
            </a:r>
          </a:p>
        </p:txBody>
      </p:sp>
    </p:spTree>
    <p:extLst>
      <p:ext uri="{BB962C8B-B14F-4D97-AF65-F5344CB8AC3E}">
        <p14:creationId xmlns:p14="http://schemas.microsoft.com/office/powerpoint/2010/main" val="2681034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-El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내용 개체 틀 2"/>
          <p:cNvSpPr txBox="1">
            <a:spLocks/>
          </p:cNvSpPr>
          <p:nvPr userDrawn="1"/>
        </p:nvSpPr>
        <p:spPr>
          <a:xfrm>
            <a:off x="457200" y="1848192"/>
            <a:ext cx="8229600" cy="438912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1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1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1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74971"/>
              </a:buClr>
              <a:buFont typeface="Wingdings" panose="05000000000000000000" pitchFamily="2" charset="2"/>
              <a:buChar char="§"/>
            </a:pPr>
            <a:endParaRPr lang="pl-PL" altLang="ko-KR" sz="1800" dirty="0">
              <a:solidFill>
                <a:srgbClr val="3B38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itle Placeholder 3"/>
          <p:cNvSpPr>
            <a:spLocks noGrp="1"/>
          </p:cNvSpPr>
          <p:nvPr>
            <p:ph type="title"/>
          </p:nvPr>
        </p:nvSpPr>
        <p:spPr>
          <a:xfrm>
            <a:off x="2123728" y="365125"/>
            <a:ext cx="6563072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pl-PL" dirty="0"/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51104" y="6597352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2AF35AD-09C2-4EBD-8934-72FD947EF48F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7" name="내용 개체 틀 2"/>
          <p:cNvSpPr>
            <a:spLocks noGrp="1"/>
          </p:cNvSpPr>
          <p:nvPr>
            <p:ph idx="1" hasCustomPrompt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/>
          <a:lstStyle>
            <a:lvl1pPr eaLnBrk="1" latinLnBrk="0" hangingPunct="1">
              <a:spcAft>
                <a:spcPts val="600"/>
              </a:spcAft>
              <a:defRPr/>
            </a:lvl1pPr>
            <a:lvl2pPr marL="640080" indent="-246888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2pPr>
            <a:lvl3pPr marL="914400" indent="-246888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3pPr>
            <a:lvl4pPr marL="1188720" indent="-210312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4pPr>
            <a:lvl5pPr marL="1463040" indent="-210312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 eaLnBrk="1" latinLnBrk="0" hangingPunct="1"/>
            <a:r>
              <a:rPr lang="pl-PL" altLang="ko-KR" dirty="0"/>
              <a:t>Sample text</a:t>
            </a:r>
          </a:p>
          <a:p>
            <a:pPr lvl="1" eaLnBrk="1" latinLnBrk="0" hangingPunct="1"/>
            <a:r>
              <a:rPr lang="pl-PL" altLang="ko-KR" dirty="0"/>
              <a:t>Sample text</a:t>
            </a:r>
          </a:p>
          <a:p>
            <a:pPr lvl="2" eaLnBrk="1" latinLnBrk="0" hangingPunct="1"/>
            <a:r>
              <a:rPr lang="pl-PL" altLang="ko-KR" dirty="0"/>
              <a:t>Sample text</a:t>
            </a:r>
          </a:p>
          <a:p>
            <a:pPr lvl="3" eaLnBrk="1" latinLnBrk="0" hangingPunct="1"/>
            <a:r>
              <a:rPr lang="pl-PL" altLang="ko-KR" dirty="0"/>
              <a:t>Sample text</a:t>
            </a:r>
          </a:p>
          <a:p>
            <a:pPr lvl="4" eaLnBrk="1" latinLnBrk="0" hangingPunct="1"/>
            <a:r>
              <a:rPr lang="pl-PL" altLang="ko-KR" dirty="0"/>
              <a:t>Sample text</a:t>
            </a:r>
          </a:p>
        </p:txBody>
      </p:sp>
    </p:spTree>
    <p:extLst>
      <p:ext uri="{BB962C8B-B14F-4D97-AF65-F5344CB8AC3E}">
        <p14:creationId xmlns:p14="http://schemas.microsoft.com/office/powerpoint/2010/main" val="2622471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Straight Connector 38"/>
          <p:cNvCxnSpPr/>
          <p:nvPr userDrawn="1"/>
        </p:nvCxnSpPr>
        <p:spPr>
          <a:xfrm>
            <a:off x="457200" y="980728"/>
            <a:ext cx="82296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내용 개체 틀 2"/>
          <p:cNvSpPr txBox="1">
            <a:spLocks/>
          </p:cNvSpPr>
          <p:nvPr userDrawn="1"/>
        </p:nvSpPr>
        <p:spPr>
          <a:xfrm>
            <a:off x="457200" y="1848192"/>
            <a:ext cx="8229600" cy="438912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1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1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1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74971"/>
              </a:buClr>
              <a:buFont typeface="Wingdings" panose="05000000000000000000" pitchFamily="2" charset="2"/>
              <a:buChar char="§"/>
            </a:pPr>
            <a:endParaRPr lang="pl-PL" altLang="ko-KR" sz="1800" dirty="0">
              <a:solidFill>
                <a:srgbClr val="3B38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itle Placeholder 3"/>
          <p:cNvSpPr>
            <a:spLocks noGrp="1"/>
          </p:cNvSpPr>
          <p:nvPr>
            <p:ph type="title"/>
          </p:nvPr>
        </p:nvSpPr>
        <p:spPr>
          <a:xfrm>
            <a:off x="457200" y="365125"/>
            <a:ext cx="8229600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pl-PL" dirty="0"/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51104" y="6597352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2AF35AD-09C2-4EBD-8934-72FD947EF48F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48" name="내용 개체 틀 2"/>
          <p:cNvSpPr>
            <a:spLocks noGrp="1"/>
          </p:cNvSpPr>
          <p:nvPr>
            <p:ph idx="1" hasCustomPrompt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/>
          <a:lstStyle>
            <a:lvl1pPr eaLnBrk="1" latinLnBrk="0" hangingPunct="1">
              <a:spcAft>
                <a:spcPts val="600"/>
              </a:spcAft>
              <a:defRPr/>
            </a:lvl1pPr>
            <a:lvl2pPr marL="640080" indent="-246888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2pPr>
            <a:lvl3pPr marL="914400" indent="-246888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3pPr>
            <a:lvl4pPr marL="1188720" indent="-210312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4pPr>
            <a:lvl5pPr marL="1463040" indent="-210312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 eaLnBrk="1" latinLnBrk="0" hangingPunct="1"/>
            <a:r>
              <a:rPr lang="pl-PL" altLang="ko-KR" dirty="0"/>
              <a:t>Sample text</a:t>
            </a:r>
          </a:p>
          <a:p>
            <a:pPr lvl="1" eaLnBrk="1" latinLnBrk="0" hangingPunct="1"/>
            <a:r>
              <a:rPr lang="pl-PL" altLang="ko-KR" dirty="0"/>
              <a:t>Sample text</a:t>
            </a:r>
          </a:p>
          <a:p>
            <a:pPr lvl="2" eaLnBrk="1" latinLnBrk="0" hangingPunct="1"/>
            <a:r>
              <a:rPr lang="pl-PL" altLang="ko-KR" dirty="0"/>
              <a:t>Sample text</a:t>
            </a:r>
          </a:p>
          <a:p>
            <a:pPr lvl="3" eaLnBrk="1" latinLnBrk="0" hangingPunct="1"/>
            <a:r>
              <a:rPr lang="pl-PL" altLang="ko-KR" dirty="0"/>
              <a:t>Sample text</a:t>
            </a:r>
          </a:p>
          <a:p>
            <a:pPr lvl="4" eaLnBrk="1" latinLnBrk="0" hangingPunct="1"/>
            <a:r>
              <a:rPr lang="pl-PL" altLang="ko-KR" dirty="0"/>
              <a:t>Sample text</a:t>
            </a:r>
          </a:p>
        </p:txBody>
      </p:sp>
    </p:spTree>
    <p:extLst>
      <p:ext uri="{BB962C8B-B14F-4D97-AF65-F5344CB8AC3E}">
        <p14:creationId xmlns:p14="http://schemas.microsoft.com/office/powerpoint/2010/main" val="2573208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I-Stru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Placeholder 3"/>
          <p:cNvSpPr>
            <a:spLocks noGrp="1"/>
          </p:cNvSpPr>
          <p:nvPr>
            <p:ph type="title"/>
          </p:nvPr>
        </p:nvSpPr>
        <p:spPr>
          <a:xfrm>
            <a:off x="2123728" y="365125"/>
            <a:ext cx="6563072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pl-PL" dirty="0"/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51104" y="6597352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2AF35AD-09C2-4EBD-8934-72FD947EF48F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7" name="내용 개체 틀 2"/>
          <p:cNvSpPr>
            <a:spLocks noGrp="1"/>
          </p:cNvSpPr>
          <p:nvPr>
            <p:ph idx="1" hasCustomPrompt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/>
          <a:lstStyle>
            <a:lvl1pPr eaLnBrk="1" latinLnBrk="0" hangingPunct="1">
              <a:spcAft>
                <a:spcPts val="600"/>
              </a:spcAft>
              <a:defRPr/>
            </a:lvl1pPr>
            <a:lvl2pPr marL="640080" indent="-246888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2pPr>
            <a:lvl3pPr marL="914400" indent="-246888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3pPr>
            <a:lvl4pPr marL="1188720" indent="-210312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4pPr>
            <a:lvl5pPr marL="1463040" indent="-210312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 eaLnBrk="1" latinLnBrk="0" hangingPunct="1"/>
            <a:r>
              <a:rPr lang="pl-PL" altLang="ko-KR" dirty="0"/>
              <a:t>Sample text</a:t>
            </a:r>
          </a:p>
          <a:p>
            <a:pPr lvl="1" eaLnBrk="1" latinLnBrk="0" hangingPunct="1"/>
            <a:r>
              <a:rPr lang="pl-PL" altLang="ko-KR" dirty="0"/>
              <a:t>Sample text</a:t>
            </a:r>
          </a:p>
          <a:p>
            <a:pPr lvl="2" eaLnBrk="1" latinLnBrk="0" hangingPunct="1"/>
            <a:r>
              <a:rPr lang="pl-PL" altLang="ko-KR" dirty="0"/>
              <a:t>Sample text</a:t>
            </a:r>
          </a:p>
          <a:p>
            <a:pPr lvl="3" eaLnBrk="1" latinLnBrk="0" hangingPunct="1"/>
            <a:r>
              <a:rPr lang="pl-PL" altLang="ko-KR" dirty="0"/>
              <a:t>Sample text</a:t>
            </a:r>
          </a:p>
          <a:p>
            <a:pPr lvl="4" eaLnBrk="1" latinLnBrk="0" hangingPunct="1"/>
            <a:r>
              <a:rPr lang="pl-PL" altLang="ko-KR" dirty="0"/>
              <a:t>Sample text</a:t>
            </a:r>
          </a:p>
        </p:txBody>
      </p:sp>
    </p:spTree>
    <p:extLst>
      <p:ext uri="{BB962C8B-B14F-4D97-AF65-F5344CB8AC3E}">
        <p14:creationId xmlns:p14="http://schemas.microsoft.com/office/powerpoint/2010/main" val="2220182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Straight Connector 38"/>
          <p:cNvCxnSpPr/>
          <p:nvPr userDrawn="1"/>
        </p:nvCxnSpPr>
        <p:spPr>
          <a:xfrm>
            <a:off x="457200" y="980728"/>
            <a:ext cx="82296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내용 개체 틀 2"/>
          <p:cNvSpPr txBox="1">
            <a:spLocks/>
          </p:cNvSpPr>
          <p:nvPr userDrawn="1"/>
        </p:nvSpPr>
        <p:spPr>
          <a:xfrm>
            <a:off x="457200" y="1848192"/>
            <a:ext cx="8229600" cy="438912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1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1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1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74971"/>
              </a:buClr>
              <a:buFont typeface="Wingdings" panose="05000000000000000000" pitchFamily="2" charset="2"/>
              <a:buChar char="§"/>
            </a:pPr>
            <a:endParaRPr lang="pl-PL" altLang="ko-KR" sz="1800" dirty="0">
              <a:solidFill>
                <a:srgbClr val="3B38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itle Placeholder 3"/>
          <p:cNvSpPr>
            <a:spLocks noGrp="1"/>
          </p:cNvSpPr>
          <p:nvPr>
            <p:ph type="title"/>
          </p:nvPr>
        </p:nvSpPr>
        <p:spPr>
          <a:xfrm>
            <a:off x="457200" y="365125"/>
            <a:ext cx="8229600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pl-PL" dirty="0"/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51104" y="6597352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2AF35AD-09C2-4EBD-8934-72FD947EF48F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48" name="내용 개체 틀 2"/>
          <p:cNvSpPr>
            <a:spLocks noGrp="1"/>
          </p:cNvSpPr>
          <p:nvPr>
            <p:ph idx="1" hasCustomPrompt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/>
          <a:lstStyle>
            <a:lvl1pPr eaLnBrk="1" latinLnBrk="0" hangingPunct="1">
              <a:spcAft>
                <a:spcPts val="600"/>
              </a:spcAft>
              <a:defRPr/>
            </a:lvl1pPr>
            <a:lvl2pPr marL="640080" indent="-246888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2pPr>
            <a:lvl3pPr marL="914400" indent="-246888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3pPr>
            <a:lvl4pPr marL="1188720" indent="-210312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4pPr>
            <a:lvl5pPr marL="1463040" indent="-210312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 eaLnBrk="1" latinLnBrk="0" hangingPunct="1"/>
            <a:r>
              <a:rPr lang="pl-PL" altLang="ko-KR" dirty="0"/>
              <a:t>Sample text</a:t>
            </a:r>
          </a:p>
          <a:p>
            <a:pPr lvl="1" eaLnBrk="1" latinLnBrk="0" hangingPunct="1"/>
            <a:r>
              <a:rPr lang="pl-PL" altLang="ko-KR" dirty="0"/>
              <a:t>Sample text</a:t>
            </a:r>
          </a:p>
          <a:p>
            <a:pPr lvl="2" eaLnBrk="1" latinLnBrk="0" hangingPunct="1"/>
            <a:r>
              <a:rPr lang="pl-PL" altLang="ko-KR" dirty="0"/>
              <a:t>Sample text</a:t>
            </a:r>
          </a:p>
          <a:p>
            <a:pPr lvl="3" eaLnBrk="1" latinLnBrk="0" hangingPunct="1"/>
            <a:r>
              <a:rPr lang="pl-PL" altLang="ko-KR" dirty="0"/>
              <a:t>Sample text</a:t>
            </a:r>
          </a:p>
          <a:p>
            <a:pPr lvl="4" eaLnBrk="1" latinLnBrk="0" hangingPunct="1"/>
            <a:r>
              <a:rPr lang="pl-PL" altLang="ko-KR" dirty="0"/>
              <a:t>Sample text</a:t>
            </a:r>
          </a:p>
        </p:txBody>
      </p:sp>
    </p:spTree>
    <p:extLst>
      <p:ext uri="{BB962C8B-B14F-4D97-AF65-F5344CB8AC3E}">
        <p14:creationId xmlns:p14="http://schemas.microsoft.com/office/powerpoint/2010/main" val="653556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-Ca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Placeholder 3"/>
          <p:cNvSpPr>
            <a:spLocks noGrp="1"/>
          </p:cNvSpPr>
          <p:nvPr>
            <p:ph type="title"/>
          </p:nvPr>
        </p:nvSpPr>
        <p:spPr>
          <a:xfrm>
            <a:off x="2123728" y="365125"/>
            <a:ext cx="6563072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pl-PL" dirty="0"/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51104" y="6597352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2AF35AD-09C2-4EBD-8934-72FD947EF48F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7" name="내용 개체 틀 2"/>
          <p:cNvSpPr>
            <a:spLocks noGrp="1"/>
          </p:cNvSpPr>
          <p:nvPr>
            <p:ph idx="1" hasCustomPrompt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/>
          <a:lstStyle>
            <a:lvl1pPr eaLnBrk="1" latinLnBrk="0" hangingPunct="1">
              <a:spcAft>
                <a:spcPts val="600"/>
              </a:spcAft>
              <a:defRPr/>
            </a:lvl1pPr>
            <a:lvl2pPr marL="640080" indent="-246888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2pPr>
            <a:lvl3pPr marL="914400" indent="-246888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3pPr>
            <a:lvl4pPr marL="1188720" indent="-210312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4pPr>
            <a:lvl5pPr marL="1463040" indent="-210312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 eaLnBrk="1" latinLnBrk="0" hangingPunct="1"/>
            <a:r>
              <a:rPr lang="pl-PL" altLang="ko-KR" dirty="0"/>
              <a:t>Sample text</a:t>
            </a:r>
          </a:p>
          <a:p>
            <a:pPr lvl="1" eaLnBrk="1" latinLnBrk="0" hangingPunct="1"/>
            <a:r>
              <a:rPr lang="pl-PL" altLang="ko-KR" dirty="0"/>
              <a:t>Sample text</a:t>
            </a:r>
          </a:p>
          <a:p>
            <a:pPr lvl="2" eaLnBrk="1" latinLnBrk="0" hangingPunct="1"/>
            <a:r>
              <a:rPr lang="pl-PL" altLang="ko-KR" dirty="0"/>
              <a:t>Sample text</a:t>
            </a:r>
          </a:p>
          <a:p>
            <a:pPr lvl="3" eaLnBrk="1" latinLnBrk="0" hangingPunct="1"/>
            <a:r>
              <a:rPr lang="pl-PL" altLang="ko-KR" dirty="0"/>
              <a:t>Sample text</a:t>
            </a:r>
          </a:p>
          <a:p>
            <a:pPr lvl="4" eaLnBrk="1" latinLnBrk="0" hangingPunct="1"/>
            <a:r>
              <a:rPr lang="pl-PL" altLang="ko-KR" dirty="0"/>
              <a:t>Sample text</a:t>
            </a:r>
          </a:p>
        </p:txBody>
      </p:sp>
    </p:spTree>
    <p:extLst>
      <p:ext uri="{BB962C8B-B14F-4D97-AF65-F5344CB8AC3E}">
        <p14:creationId xmlns:p14="http://schemas.microsoft.com/office/powerpoint/2010/main" val="16093170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lication Na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827584" y="2852936"/>
            <a:ext cx="7848872" cy="10081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pl-PL" dirty="0"/>
              <a:t>Application Name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827584" y="3933056"/>
            <a:ext cx="7848872" cy="5760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/>
            </a:lvl1pPr>
          </a:lstStyle>
          <a:p>
            <a:pPr lvl="0"/>
            <a:r>
              <a:rPr lang="pl-PL" dirty="0"/>
              <a:t>CP Name</a:t>
            </a:r>
          </a:p>
        </p:txBody>
      </p:sp>
    </p:spTree>
    <p:extLst>
      <p:ext uri="{BB962C8B-B14F-4D97-AF65-F5344CB8AC3E}">
        <p14:creationId xmlns:p14="http://schemas.microsoft.com/office/powerpoint/2010/main" val="416915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Relationship Id="rId3" Type="http://schemas.openxmlformats.org/officeDocument/2006/relationships/image" Target="../media/image2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Relationship Id="rId4" Type="http://schemas.openxmlformats.org/officeDocument/2006/relationships/image" Target="../media/image3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theme" Target="../theme/theme5.xml"/><Relationship Id="rId4" Type="http://schemas.openxmlformats.org/officeDocument/2006/relationships/image" Target="../media/image4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theme" Target="../theme/theme6.xml"/><Relationship Id="rId4" Type="http://schemas.openxmlformats.org/officeDocument/2006/relationships/image" Target="../media/image5.png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7.xml"/><Relationship Id="rId3" Type="http://schemas.openxmlformats.org/officeDocument/2006/relationships/image" Target="../media/image6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  <a:solidFill>
            <a:srgbClr val="3749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9" name="Straight Connector 28"/>
          <p:cNvCxnSpPr/>
          <p:nvPr userDrawn="1"/>
        </p:nvCxnSpPr>
        <p:spPr>
          <a:xfrm>
            <a:off x="0" y="980728"/>
            <a:ext cx="86868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내용 개체 틀 2"/>
          <p:cNvSpPr txBox="1">
            <a:spLocks/>
          </p:cNvSpPr>
          <p:nvPr userDrawn="1"/>
        </p:nvSpPr>
        <p:spPr>
          <a:xfrm>
            <a:off x="457200" y="1848192"/>
            <a:ext cx="8229600" cy="438912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1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1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1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74971"/>
              </a:buClr>
              <a:buFont typeface="Wingdings" panose="05000000000000000000" pitchFamily="2" charset="2"/>
              <a:buChar char="§"/>
            </a:pPr>
            <a:endParaRPr lang="pl-PL" altLang="ko-KR" sz="1800" dirty="0">
              <a:solidFill>
                <a:srgbClr val="3B38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457200" y="365125"/>
            <a:ext cx="8229600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pl-P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78166" y="6617244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2AAE51A-D9A9-4328-8D90-B9EADBAC13AD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</p:sldLayoutIdLst>
  <p:hf hdr="0" dt="0"/>
  <p:txStyles>
    <p:titleStyle>
      <a:lvl1pPr algn="r" rtl="0" eaLnBrk="1" latinLnBrk="1" hangingPunct="1">
        <a:spcBef>
          <a:spcPct val="0"/>
        </a:spcBef>
        <a:buNone/>
        <a:defRPr kumimoji="0" sz="2800" b="0" kern="1200">
          <a:ln>
            <a:noFill/>
          </a:ln>
          <a:solidFill>
            <a:srgbClr val="374971"/>
          </a:solidFill>
          <a:effectLst/>
          <a:latin typeface="+mj-lt"/>
          <a:ea typeface="+mj-ea"/>
          <a:cs typeface="+mj-cs"/>
        </a:defRPr>
      </a:lvl1pPr>
    </p:titleStyle>
    <p:bodyStyle>
      <a:lvl1pPr marL="285750" indent="-285750" algn="l" rtl="0" eaLnBrk="1" latinLnBrk="0" hangingPunct="1">
        <a:spcBef>
          <a:spcPct val="20000"/>
        </a:spcBef>
        <a:spcAft>
          <a:spcPts val="600"/>
        </a:spcAft>
        <a:buClr>
          <a:srgbClr val="374971"/>
        </a:buClr>
        <a:buSzPct val="95000"/>
        <a:buFont typeface="Wingdings" panose="05000000000000000000" pitchFamily="2" charset="2"/>
        <a:buChar char="§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7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spcAft>
          <a:spcPts val="600"/>
        </a:spcAft>
        <a:buClr>
          <a:schemeClr val="accent3"/>
        </a:buClr>
        <a:buSzPct val="6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spcAft>
          <a:spcPts val="600"/>
        </a:spcAft>
        <a:buClr>
          <a:schemeClr val="accent4"/>
        </a:buClr>
        <a:buSzPct val="6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1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1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1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1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  <a:solidFill>
            <a:srgbClr val="3749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9" name="Straight Connector 28"/>
          <p:cNvCxnSpPr>
            <a:cxnSpLocks/>
          </p:cNvCxnSpPr>
          <p:nvPr userDrawn="1"/>
        </p:nvCxnSpPr>
        <p:spPr>
          <a:xfrm>
            <a:off x="457200" y="980728"/>
            <a:ext cx="82296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내용 개체 틀 2"/>
          <p:cNvSpPr txBox="1">
            <a:spLocks/>
          </p:cNvSpPr>
          <p:nvPr userDrawn="1"/>
        </p:nvSpPr>
        <p:spPr>
          <a:xfrm>
            <a:off x="457200" y="1848192"/>
            <a:ext cx="8229600" cy="438912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1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1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1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74971"/>
              </a:buClr>
              <a:buFont typeface="Wingdings" panose="05000000000000000000" pitchFamily="2" charset="2"/>
              <a:buChar char="§"/>
            </a:pPr>
            <a:endParaRPr lang="pl-PL" altLang="ko-KR" sz="1800" dirty="0">
              <a:solidFill>
                <a:srgbClr val="3B38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78166" y="6617244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2AAE51A-D9A9-4328-8D90-B9EADBAC13AD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17" name="Title Placeholder 3"/>
          <p:cNvSpPr txBox="1">
            <a:spLocks/>
          </p:cNvSpPr>
          <p:nvPr userDrawn="1"/>
        </p:nvSpPr>
        <p:spPr>
          <a:xfrm>
            <a:off x="2123728" y="365125"/>
            <a:ext cx="6563072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2800" b="0" kern="1200">
                <a:ln>
                  <a:noFill/>
                </a:ln>
                <a:solidFill>
                  <a:srgbClr val="37497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pl-PL" dirty="0"/>
          </a:p>
        </p:txBody>
      </p:sp>
      <p:sp>
        <p:nvSpPr>
          <p:cNvPr id="18" name="Picture Placeholder 3"/>
          <p:cNvSpPr txBox="1">
            <a:spLocks/>
          </p:cNvSpPr>
          <p:nvPr userDrawn="1"/>
        </p:nvSpPr>
        <p:spPr>
          <a:xfrm>
            <a:off x="457200" y="365125"/>
            <a:ext cx="1378496" cy="1378497"/>
          </a:xfrm>
          <a:prstGeom prst="rect">
            <a:avLst/>
          </a:prstGeom>
        </p:spPr>
        <p:txBody>
          <a:bodyPr/>
          <a:lstStyle>
            <a:lvl1pPr marL="0" indent="0" algn="l" rtl="0" eaLnBrk="1" latinLnBrk="1" hangingPunct="1">
              <a:spcBef>
                <a:spcPct val="20000"/>
              </a:spcBef>
              <a:buClr>
                <a:srgbClr val="374971"/>
              </a:buClr>
              <a:buSzPct val="95000"/>
              <a:buFont typeface="Wingdings" panose="05000000000000000000" pitchFamily="2" charset="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l-PL" dirty="0"/>
          </a:p>
        </p:txBody>
      </p:sp>
      <p:sp>
        <p:nvSpPr>
          <p:cNvPr id="19" name="Title Placeholder 3"/>
          <p:cNvSpPr txBox="1">
            <a:spLocks/>
          </p:cNvSpPr>
          <p:nvPr userDrawn="1"/>
        </p:nvSpPr>
        <p:spPr>
          <a:xfrm>
            <a:off x="457200" y="365125"/>
            <a:ext cx="8229600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2800" b="0" kern="1200">
                <a:ln>
                  <a:noFill/>
                </a:ln>
                <a:solidFill>
                  <a:srgbClr val="37497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47298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</p:sldLayoutIdLst>
  <p:hf hdr="0" dt="0"/>
  <p:txStyles>
    <p:titleStyle>
      <a:lvl1pPr algn="r" rtl="0" eaLnBrk="1" latinLnBrk="1" hangingPunct="1">
        <a:spcBef>
          <a:spcPct val="0"/>
        </a:spcBef>
        <a:buNone/>
        <a:defRPr kumimoji="0" sz="2800" b="0" kern="1200">
          <a:ln>
            <a:noFill/>
          </a:ln>
          <a:solidFill>
            <a:srgbClr val="374971"/>
          </a:solidFill>
          <a:effectLst/>
          <a:latin typeface="+mj-lt"/>
          <a:ea typeface="+mj-ea"/>
          <a:cs typeface="+mj-cs"/>
        </a:defRPr>
      </a:lvl1pPr>
    </p:titleStyle>
    <p:bodyStyle>
      <a:lvl1pPr marL="285750" indent="-285750" algn="l" rtl="0" eaLnBrk="1" latinLnBrk="1" hangingPunct="1">
        <a:spcBef>
          <a:spcPct val="20000"/>
        </a:spcBef>
        <a:spcAft>
          <a:spcPts val="600"/>
        </a:spcAft>
        <a:buClr>
          <a:srgbClr val="374971"/>
        </a:buClr>
        <a:buSzPct val="95000"/>
        <a:buFont typeface="Wingdings" panose="05000000000000000000" pitchFamily="2" charset="2"/>
        <a:buChar char="§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7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spcAft>
          <a:spcPts val="600"/>
        </a:spcAft>
        <a:buClr>
          <a:schemeClr val="accent3"/>
        </a:buClr>
        <a:buSzPct val="6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spcAft>
          <a:spcPts val="600"/>
        </a:spcAft>
        <a:buClr>
          <a:schemeClr val="accent4"/>
        </a:buClr>
        <a:buSzPct val="6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1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1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1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1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  <a:solidFill>
            <a:srgbClr val="3749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78166" y="6617244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2AAE51A-D9A9-4328-8D90-B9EADBAC13AD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17" name="Title Placeholder 3"/>
          <p:cNvSpPr txBox="1">
            <a:spLocks/>
          </p:cNvSpPr>
          <p:nvPr userDrawn="1"/>
        </p:nvSpPr>
        <p:spPr>
          <a:xfrm>
            <a:off x="2123728" y="365125"/>
            <a:ext cx="6563072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2800" b="0" kern="1200">
                <a:ln>
                  <a:noFill/>
                </a:ln>
                <a:solidFill>
                  <a:srgbClr val="37497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pl-PL" dirty="0"/>
          </a:p>
        </p:txBody>
      </p:sp>
      <p:sp>
        <p:nvSpPr>
          <p:cNvPr id="18" name="Picture Placeholder 3"/>
          <p:cNvSpPr txBox="1">
            <a:spLocks/>
          </p:cNvSpPr>
          <p:nvPr userDrawn="1"/>
        </p:nvSpPr>
        <p:spPr>
          <a:xfrm>
            <a:off x="457200" y="365125"/>
            <a:ext cx="1378496" cy="1378497"/>
          </a:xfrm>
          <a:prstGeom prst="rect">
            <a:avLst/>
          </a:prstGeom>
        </p:spPr>
        <p:txBody>
          <a:bodyPr/>
          <a:lstStyle>
            <a:lvl1pPr marL="0" indent="0" algn="l" rtl="0" eaLnBrk="1" latinLnBrk="1" hangingPunct="1">
              <a:spcBef>
                <a:spcPct val="20000"/>
              </a:spcBef>
              <a:buClr>
                <a:srgbClr val="374971"/>
              </a:buClr>
              <a:buSzPct val="95000"/>
              <a:buFont typeface="Wingdings" panose="05000000000000000000" pitchFamily="2" charset="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l-PL" dirty="0"/>
          </a:p>
        </p:txBody>
      </p:sp>
      <p:sp>
        <p:nvSpPr>
          <p:cNvPr id="19" name="Title Placeholder 3"/>
          <p:cNvSpPr txBox="1">
            <a:spLocks/>
          </p:cNvSpPr>
          <p:nvPr userDrawn="1"/>
        </p:nvSpPr>
        <p:spPr>
          <a:xfrm>
            <a:off x="457200" y="365125"/>
            <a:ext cx="8229600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2800" b="0" kern="1200">
                <a:ln>
                  <a:noFill/>
                </a:ln>
                <a:solidFill>
                  <a:srgbClr val="37497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pl-PL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8640"/>
            <a:ext cx="720000" cy="720000"/>
          </a:xfrm>
          <a:prstGeom prst="rect">
            <a:avLst/>
          </a:prstGeom>
        </p:spPr>
      </p:pic>
      <p:cxnSp>
        <p:nvCxnSpPr>
          <p:cNvPr id="9" name="Straight Connector 28">
            <a:extLst>
              <a:ext uri="{FF2B5EF4-FFF2-40B4-BE49-F238E27FC236}">
                <a16:creationId xmlns:a16="http://schemas.microsoft.com/office/drawing/2014/main" id="{6B2A45FA-DAC2-4EEA-AF36-44EDBBC7BD62}"/>
              </a:ext>
            </a:extLst>
          </p:cNvPr>
          <p:cNvCxnSpPr>
            <a:cxnSpLocks/>
          </p:cNvCxnSpPr>
          <p:nvPr userDrawn="1"/>
        </p:nvCxnSpPr>
        <p:spPr>
          <a:xfrm>
            <a:off x="457200" y="980728"/>
            <a:ext cx="82296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8607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</p:sldLayoutIdLst>
  <p:hf hdr="0" dt="0"/>
  <p:txStyles>
    <p:titleStyle>
      <a:lvl1pPr algn="r" rtl="0" eaLnBrk="1" latinLnBrk="1" hangingPunct="1">
        <a:spcBef>
          <a:spcPct val="0"/>
        </a:spcBef>
        <a:buNone/>
        <a:defRPr kumimoji="0" sz="2800" b="0" kern="1200">
          <a:ln>
            <a:noFill/>
          </a:ln>
          <a:solidFill>
            <a:srgbClr val="374971"/>
          </a:solidFill>
          <a:effectLst/>
          <a:latin typeface="+mj-lt"/>
          <a:ea typeface="+mj-ea"/>
          <a:cs typeface="+mj-cs"/>
        </a:defRPr>
      </a:lvl1pPr>
    </p:titleStyle>
    <p:bodyStyle>
      <a:lvl1pPr marL="285750" indent="-285750" algn="l" rtl="0" eaLnBrk="1" latinLnBrk="1" hangingPunct="1">
        <a:spcBef>
          <a:spcPct val="20000"/>
        </a:spcBef>
        <a:spcAft>
          <a:spcPts val="600"/>
        </a:spcAft>
        <a:buClr>
          <a:srgbClr val="374971"/>
        </a:buClr>
        <a:buSzPct val="95000"/>
        <a:buFont typeface="Wingdings" panose="05000000000000000000" pitchFamily="2" charset="2"/>
        <a:buChar char="§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7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spcAft>
          <a:spcPts val="600"/>
        </a:spcAft>
        <a:buClr>
          <a:schemeClr val="accent3"/>
        </a:buClr>
        <a:buSzPct val="6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spcAft>
          <a:spcPts val="600"/>
        </a:spcAft>
        <a:buClr>
          <a:schemeClr val="accent4"/>
        </a:buClr>
        <a:buSzPct val="6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1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1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1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1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  <a:solidFill>
            <a:srgbClr val="3749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78166" y="6617244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2AAE51A-D9A9-4328-8D90-B9EADBAC13AD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17" name="Title Placeholder 3"/>
          <p:cNvSpPr txBox="1">
            <a:spLocks/>
          </p:cNvSpPr>
          <p:nvPr userDrawn="1"/>
        </p:nvSpPr>
        <p:spPr>
          <a:xfrm>
            <a:off x="2123728" y="365125"/>
            <a:ext cx="6563072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2800" b="0" kern="1200">
                <a:ln>
                  <a:noFill/>
                </a:ln>
                <a:solidFill>
                  <a:srgbClr val="37497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pl-PL" dirty="0"/>
          </a:p>
        </p:txBody>
      </p:sp>
      <p:sp>
        <p:nvSpPr>
          <p:cNvPr id="18" name="Picture Placeholder 3"/>
          <p:cNvSpPr txBox="1">
            <a:spLocks/>
          </p:cNvSpPr>
          <p:nvPr userDrawn="1"/>
        </p:nvSpPr>
        <p:spPr>
          <a:xfrm>
            <a:off x="457200" y="365125"/>
            <a:ext cx="1378496" cy="1378497"/>
          </a:xfrm>
          <a:prstGeom prst="rect">
            <a:avLst/>
          </a:prstGeom>
        </p:spPr>
        <p:txBody>
          <a:bodyPr/>
          <a:lstStyle>
            <a:lvl1pPr marL="0" indent="0" algn="l" rtl="0" eaLnBrk="1" latinLnBrk="1" hangingPunct="1">
              <a:spcBef>
                <a:spcPct val="20000"/>
              </a:spcBef>
              <a:buClr>
                <a:srgbClr val="374971"/>
              </a:buClr>
              <a:buSzPct val="95000"/>
              <a:buFont typeface="Wingdings" panose="05000000000000000000" pitchFamily="2" charset="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l-PL" dirty="0"/>
          </a:p>
        </p:txBody>
      </p:sp>
      <p:sp>
        <p:nvSpPr>
          <p:cNvPr id="19" name="Title Placeholder 3"/>
          <p:cNvSpPr txBox="1">
            <a:spLocks/>
          </p:cNvSpPr>
          <p:nvPr userDrawn="1"/>
        </p:nvSpPr>
        <p:spPr>
          <a:xfrm>
            <a:off x="457200" y="365125"/>
            <a:ext cx="8229600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2800" b="0" kern="1200">
                <a:ln>
                  <a:noFill/>
                </a:ln>
                <a:solidFill>
                  <a:srgbClr val="37497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pl-PL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8640"/>
            <a:ext cx="720000" cy="720000"/>
          </a:xfrm>
          <a:prstGeom prst="rect">
            <a:avLst/>
          </a:prstGeom>
        </p:spPr>
      </p:pic>
      <p:cxnSp>
        <p:nvCxnSpPr>
          <p:cNvPr id="11" name="Straight Connector 28">
            <a:extLst>
              <a:ext uri="{FF2B5EF4-FFF2-40B4-BE49-F238E27FC236}">
                <a16:creationId xmlns:a16="http://schemas.microsoft.com/office/drawing/2014/main" id="{BA2A6B3F-FE04-4D54-9193-9E92A1BFCFCE}"/>
              </a:ext>
            </a:extLst>
          </p:cNvPr>
          <p:cNvCxnSpPr>
            <a:cxnSpLocks/>
          </p:cNvCxnSpPr>
          <p:nvPr userDrawn="1"/>
        </p:nvCxnSpPr>
        <p:spPr>
          <a:xfrm>
            <a:off x="457200" y="980728"/>
            <a:ext cx="82296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685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91" r:id="rId2"/>
  </p:sldLayoutIdLst>
  <p:hf hdr="0" dt="0"/>
  <p:txStyles>
    <p:titleStyle>
      <a:lvl1pPr algn="r" rtl="0" eaLnBrk="1" latinLnBrk="1" hangingPunct="1">
        <a:spcBef>
          <a:spcPct val="0"/>
        </a:spcBef>
        <a:buNone/>
        <a:defRPr kumimoji="0" sz="2800" b="0" kern="1200">
          <a:ln>
            <a:noFill/>
          </a:ln>
          <a:solidFill>
            <a:srgbClr val="374971"/>
          </a:solidFill>
          <a:effectLst/>
          <a:latin typeface="+mj-lt"/>
          <a:ea typeface="+mj-ea"/>
          <a:cs typeface="+mj-cs"/>
        </a:defRPr>
      </a:lvl1pPr>
    </p:titleStyle>
    <p:bodyStyle>
      <a:lvl1pPr marL="285750" indent="-285750" algn="l" rtl="0" eaLnBrk="1" latinLnBrk="1" hangingPunct="1">
        <a:spcBef>
          <a:spcPct val="20000"/>
        </a:spcBef>
        <a:spcAft>
          <a:spcPts val="600"/>
        </a:spcAft>
        <a:buClr>
          <a:srgbClr val="374971"/>
        </a:buClr>
        <a:buSzPct val="95000"/>
        <a:buFont typeface="Wingdings" panose="05000000000000000000" pitchFamily="2" charset="2"/>
        <a:buChar char="§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7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spcAft>
          <a:spcPts val="600"/>
        </a:spcAft>
        <a:buClr>
          <a:schemeClr val="accent3"/>
        </a:buClr>
        <a:buSzPct val="6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spcAft>
          <a:spcPts val="600"/>
        </a:spcAft>
        <a:buClr>
          <a:schemeClr val="accent4"/>
        </a:buClr>
        <a:buSzPct val="6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1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1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1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1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  <a:solidFill>
            <a:srgbClr val="3749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2" name="내용 개체 틀 2"/>
          <p:cNvSpPr txBox="1">
            <a:spLocks/>
          </p:cNvSpPr>
          <p:nvPr userDrawn="1"/>
        </p:nvSpPr>
        <p:spPr>
          <a:xfrm>
            <a:off x="457200" y="1848192"/>
            <a:ext cx="8229600" cy="438912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1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1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1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74971"/>
              </a:buClr>
              <a:buFont typeface="Wingdings" panose="05000000000000000000" pitchFamily="2" charset="2"/>
              <a:buChar char="§"/>
            </a:pPr>
            <a:endParaRPr lang="pl-PL" altLang="ko-KR" sz="1800" dirty="0">
              <a:solidFill>
                <a:srgbClr val="3B38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78166" y="6617244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2AAE51A-D9A9-4328-8D90-B9EADBAC13AD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17" name="Title Placeholder 3"/>
          <p:cNvSpPr txBox="1">
            <a:spLocks/>
          </p:cNvSpPr>
          <p:nvPr userDrawn="1"/>
        </p:nvSpPr>
        <p:spPr>
          <a:xfrm>
            <a:off x="2123728" y="365125"/>
            <a:ext cx="6563072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2800" b="0" kern="1200">
                <a:ln>
                  <a:noFill/>
                </a:ln>
                <a:solidFill>
                  <a:srgbClr val="37497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pl-PL" dirty="0"/>
          </a:p>
        </p:txBody>
      </p:sp>
      <p:sp>
        <p:nvSpPr>
          <p:cNvPr id="18" name="Picture Placeholder 3"/>
          <p:cNvSpPr txBox="1">
            <a:spLocks/>
          </p:cNvSpPr>
          <p:nvPr userDrawn="1"/>
        </p:nvSpPr>
        <p:spPr>
          <a:xfrm>
            <a:off x="457200" y="365125"/>
            <a:ext cx="1378496" cy="1378497"/>
          </a:xfrm>
          <a:prstGeom prst="rect">
            <a:avLst/>
          </a:prstGeom>
        </p:spPr>
        <p:txBody>
          <a:bodyPr/>
          <a:lstStyle>
            <a:lvl1pPr marL="0" indent="0" algn="l" rtl="0" eaLnBrk="1" latinLnBrk="1" hangingPunct="1">
              <a:spcBef>
                <a:spcPct val="20000"/>
              </a:spcBef>
              <a:buClr>
                <a:srgbClr val="374971"/>
              </a:buClr>
              <a:buSzPct val="95000"/>
              <a:buFont typeface="Wingdings" panose="05000000000000000000" pitchFamily="2" charset="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l-PL" dirty="0"/>
          </a:p>
        </p:txBody>
      </p:sp>
      <p:sp>
        <p:nvSpPr>
          <p:cNvPr id="19" name="Title Placeholder 3"/>
          <p:cNvSpPr txBox="1">
            <a:spLocks/>
          </p:cNvSpPr>
          <p:nvPr userDrawn="1"/>
        </p:nvSpPr>
        <p:spPr>
          <a:xfrm>
            <a:off x="457200" y="365125"/>
            <a:ext cx="8229600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2800" b="0" kern="1200">
                <a:ln>
                  <a:noFill/>
                </a:ln>
                <a:solidFill>
                  <a:srgbClr val="37497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pl-PL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8640"/>
            <a:ext cx="720000" cy="720000"/>
          </a:xfrm>
          <a:prstGeom prst="rect">
            <a:avLst/>
          </a:prstGeom>
        </p:spPr>
      </p:pic>
      <p:cxnSp>
        <p:nvCxnSpPr>
          <p:cNvPr id="11" name="Straight Connector 28">
            <a:extLst>
              <a:ext uri="{FF2B5EF4-FFF2-40B4-BE49-F238E27FC236}">
                <a16:creationId xmlns:a16="http://schemas.microsoft.com/office/drawing/2014/main" id="{71B4FE1D-821F-4340-96D1-4274DD785B3D}"/>
              </a:ext>
            </a:extLst>
          </p:cNvPr>
          <p:cNvCxnSpPr>
            <a:cxnSpLocks/>
          </p:cNvCxnSpPr>
          <p:nvPr userDrawn="1"/>
        </p:nvCxnSpPr>
        <p:spPr>
          <a:xfrm>
            <a:off x="457200" y="980728"/>
            <a:ext cx="82296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6495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90" r:id="rId2"/>
  </p:sldLayoutIdLst>
  <p:hf hdr="0" dt="0"/>
  <p:txStyles>
    <p:titleStyle>
      <a:lvl1pPr algn="r" rtl="0" eaLnBrk="1" latinLnBrk="1" hangingPunct="1">
        <a:spcBef>
          <a:spcPct val="0"/>
        </a:spcBef>
        <a:buNone/>
        <a:defRPr kumimoji="0" sz="2800" b="0" kern="1200">
          <a:ln>
            <a:noFill/>
          </a:ln>
          <a:solidFill>
            <a:srgbClr val="374971"/>
          </a:solidFill>
          <a:effectLst/>
          <a:latin typeface="+mj-lt"/>
          <a:ea typeface="+mj-ea"/>
          <a:cs typeface="+mj-cs"/>
        </a:defRPr>
      </a:lvl1pPr>
    </p:titleStyle>
    <p:bodyStyle>
      <a:lvl1pPr marL="285750" indent="-285750" algn="l" rtl="0" eaLnBrk="1" latinLnBrk="1" hangingPunct="1">
        <a:spcBef>
          <a:spcPct val="20000"/>
        </a:spcBef>
        <a:spcAft>
          <a:spcPts val="600"/>
        </a:spcAft>
        <a:buClr>
          <a:srgbClr val="374971"/>
        </a:buClr>
        <a:buSzPct val="95000"/>
        <a:buFont typeface="Wingdings" panose="05000000000000000000" pitchFamily="2" charset="2"/>
        <a:buChar char="§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7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spcAft>
          <a:spcPts val="600"/>
        </a:spcAft>
        <a:buClr>
          <a:schemeClr val="accent3"/>
        </a:buClr>
        <a:buSzPct val="6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spcAft>
          <a:spcPts val="600"/>
        </a:spcAft>
        <a:buClr>
          <a:schemeClr val="accent4"/>
        </a:buClr>
        <a:buSzPct val="6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1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1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1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1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  <a:solidFill>
            <a:srgbClr val="3749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2" name="내용 개체 틀 2"/>
          <p:cNvSpPr txBox="1">
            <a:spLocks/>
          </p:cNvSpPr>
          <p:nvPr userDrawn="1"/>
        </p:nvSpPr>
        <p:spPr>
          <a:xfrm>
            <a:off x="457200" y="1848192"/>
            <a:ext cx="8229600" cy="438912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1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1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1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74971"/>
              </a:buClr>
              <a:buFont typeface="Wingdings" panose="05000000000000000000" pitchFamily="2" charset="2"/>
              <a:buChar char="§"/>
            </a:pPr>
            <a:endParaRPr lang="pl-PL" altLang="ko-KR" sz="1800" dirty="0">
              <a:solidFill>
                <a:srgbClr val="3B38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78166" y="6617244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2AAE51A-D9A9-4328-8D90-B9EADBAC13AD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17" name="Title Placeholder 3"/>
          <p:cNvSpPr txBox="1">
            <a:spLocks/>
          </p:cNvSpPr>
          <p:nvPr userDrawn="1"/>
        </p:nvSpPr>
        <p:spPr>
          <a:xfrm>
            <a:off x="2123728" y="365125"/>
            <a:ext cx="6563072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2800" b="0" kern="1200">
                <a:ln>
                  <a:noFill/>
                </a:ln>
                <a:solidFill>
                  <a:srgbClr val="37497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pl-PL" dirty="0"/>
          </a:p>
        </p:txBody>
      </p:sp>
      <p:sp>
        <p:nvSpPr>
          <p:cNvPr id="18" name="Picture Placeholder 3"/>
          <p:cNvSpPr txBox="1">
            <a:spLocks/>
          </p:cNvSpPr>
          <p:nvPr userDrawn="1"/>
        </p:nvSpPr>
        <p:spPr>
          <a:xfrm>
            <a:off x="457200" y="365125"/>
            <a:ext cx="1378496" cy="1378497"/>
          </a:xfrm>
          <a:prstGeom prst="rect">
            <a:avLst/>
          </a:prstGeom>
        </p:spPr>
        <p:txBody>
          <a:bodyPr/>
          <a:lstStyle>
            <a:lvl1pPr marL="0" indent="0" algn="l" rtl="0" eaLnBrk="1" latinLnBrk="1" hangingPunct="1">
              <a:spcBef>
                <a:spcPct val="20000"/>
              </a:spcBef>
              <a:buClr>
                <a:srgbClr val="374971"/>
              </a:buClr>
              <a:buSzPct val="95000"/>
              <a:buFont typeface="Wingdings" panose="05000000000000000000" pitchFamily="2" charset="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l-PL" dirty="0"/>
          </a:p>
        </p:txBody>
      </p:sp>
      <p:sp>
        <p:nvSpPr>
          <p:cNvPr id="19" name="Title Placeholder 3"/>
          <p:cNvSpPr txBox="1">
            <a:spLocks/>
          </p:cNvSpPr>
          <p:nvPr userDrawn="1"/>
        </p:nvSpPr>
        <p:spPr>
          <a:xfrm>
            <a:off x="457200" y="365125"/>
            <a:ext cx="8229600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2800" b="0" kern="1200">
                <a:ln>
                  <a:noFill/>
                </a:ln>
                <a:solidFill>
                  <a:srgbClr val="37497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pl-PL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8640"/>
            <a:ext cx="720000" cy="720000"/>
          </a:xfrm>
          <a:prstGeom prst="rect">
            <a:avLst/>
          </a:prstGeom>
        </p:spPr>
      </p:pic>
      <p:cxnSp>
        <p:nvCxnSpPr>
          <p:cNvPr id="10" name="Straight Connector 28">
            <a:extLst>
              <a:ext uri="{FF2B5EF4-FFF2-40B4-BE49-F238E27FC236}">
                <a16:creationId xmlns:a16="http://schemas.microsoft.com/office/drawing/2014/main" id="{662F044E-EF3E-4AF5-85CB-A1A10605001D}"/>
              </a:ext>
            </a:extLst>
          </p:cNvPr>
          <p:cNvCxnSpPr>
            <a:cxnSpLocks/>
          </p:cNvCxnSpPr>
          <p:nvPr userDrawn="1"/>
        </p:nvCxnSpPr>
        <p:spPr>
          <a:xfrm>
            <a:off x="457200" y="980728"/>
            <a:ext cx="82296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3476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9" r:id="rId2"/>
  </p:sldLayoutIdLst>
  <p:hf hdr="0" dt="0"/>
  <p:txStyles>
    <p:titleStyle>
      <a:lvl1pPr algn="r" rtl="0" eaLnBrk="1" latinLnBrk="1" hangingPunct="1">
        <a:spcBef>
          <a:spcPct val="0"/>
        </a:spcBef>
        <a:buNone/>
        <a:defRPr kumimoji="0" sz="2800" b="0" kern="1200">
          <a:ln>
            <a:noFill/>
          </a:ln>
          <a:solidFill>
            <a:srgbClr val="374971"/>
          </a:solidFill>
          <a:effectLst/>
          <a:latin typeface="+mj-lt"/>
          <a:ea typeface="+mj-ea"/>
          <a:cs typeface="+mj-cs"/>
        </a:defRPr>
      </a:lvl1pPr>
    </p:titleStyle>
    <p:bodyStyle>
      <a:lvl1pPr marL="285750" indent="-285750" algn="l" rtl="0" eaLnBrk="1" latinLnBrk="1" hangingPunct="1">
        <a:spcBef>
          <a:spcPct val="20000"/>
        </a:spcBef>
        <a:spcAft>
          <a:spcPts val="600"/>
        </a:spcAft>
        <a:buClr>
          <a:srgbClr val="374971"/>
        </a:buClr>
        <a:buSzPct val="95000"/>
        <a:buFont typeface="Wingdings" panose="05000000000000000000" pitchFamily="2" charset="2"/>
        <a:buChar char="§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7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spcAft>
          <a:spcPts val="600"/>
        </a:spcAft>
        <a:buClr>
          <a:schemeClr val="accent3"/>
        </a:buClr>
        <a:buSzPct val="6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spcAft>
          <a:spcPts val="600"/>
        </a:spcAft>
        <a:buClr>
          <a:schemeClr val="accent4"/>
        </a:buClr>
        <a:buSzPct val="6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1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1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1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1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  <a:solidFill>
            <a:srgbClr val="3749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78166" y="6617244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2AAE51A-D9A9-4328-8D90-B9EADBAC13AD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17" name="Title Placeholder 3"/>
          <p:cNvSpPr txBox="1">
            <a:spLocks/>
          </p:cNvSpPr>
          <p:nvPr userDrawn="1"/>
        </p:nvSpPr>
        <p:spPr>
          <a:xfrm>
            <a:off x="2123728" y="365125"/>
            <a:ext cx="6563072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2800" b="0" kern="1200">
                <a:ln>
                  <a:noFill/>
                </a:ln>
                <a:solidFill>
                  <a:srgbClr val="37497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pl-PL" dirty="0"/>
          </a:p>
        </p:txBody>
      </p:sp>
      <p:sp>
        <p:nvSpPr>
          <p:cNvPr id="18" name="Picture Placeholder 3"/>
          <p:cNvSpPr txBox="1">
            <a:spLocks/>
          </p:cNvSpPr>
          <p:nvPr userDrawn="1"/>
        </p:nvSpPr>
        <p:spPr>
          <a:xfrm>
            <a:off x="457200" y="365125"/>
            <a:ext cx="1378496" cy="1378497"/>
          </a:xfrm>
          <a:prstGeom prst="rect">
            <a:avLst/>
          </a:prstGeom>
        </p:spPr>
        <p:txBody>
          <a:bodyPr/>
          <a:lstStyle>
            <a:lvl1pPr marL="0" indent="0" algn="l" rtl="0" eaLnBrk="1" latinLnBrk="1" hangingPunct="1">
              <a:spcBef>
                <a:spcPct val="20000"/>
              </a:spcBef>
              <a:buClr>
                <a:srgbClr val="374971"/>
              </a:buClr>
              <a:buSzPct val="95000"/>
              <a:buFont typeface="Wingdings" panose="05000000000000000000" pitchFamily="2" charset="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l-PL" dirty="0"/>
          </a:p>
        </p:txBody>
      </p:sp>
      <p:sp>
        <p:nvSpPr>
          <p:cNvPr id="19" name="Title Placeholder 3"/>
          <p:cNvSpPr txBox="1">
            <a:spLocks/>
          </p:cNvSpPr>
          <p:nvPr userDrawn="1"/>
        </p:nvSpPr>
        <p:spPr>
          <a:xfrm>
            <a:off x="457200" y="365125"/>
            <a:ext cx="8229600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2800" b="0" kern="1200">
                <a:ln>
                  <a:noFill/>
                </a:ln>
                <a:solidFill>
                  <a:srgbClr val="37497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pl-PL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08" y="188640"/>
            <a:ext cx="720000" cy="720000"/>
          </a:xfrm>
          <a:prstGeom prst="rect">
            <a:avLst/>
          </a:prstGeom>
        </p:spPr>
      </p:pic>
      <p:cxnSp>
        <p:nvCxnSpPr>
          <p:cNvPr id="9" name="Straight Connector 28">
            <a:extLst>
              <a:ext uri="{FF2B5EF4-FFF2-40B4-BE49-F238E27FC236}">
                <a16:creationId xmlns:a16="http://schemas.microsoft.com/office/drawing/2014/main" id="{E89D5A4C-7710-41A3-A521-5EF56C1D09CC}"/>
              </a:ext>
            </a:extLst>
          </p:cNvPr>
          <p:cNvCxnSpPr>
            <a:cxnSpLocks/>
          </p:cNvCxnSpPr>
          <p:nvPr userDrawn="1"/>
        </p:nvCxnSpPr>
        <p:spPr>
          <a:xfrm>
            <a:off x="457200" y="980728"/>
            <a:ext cx="82296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538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</p:sldLayoutIdLst>
  <p:hf hdr="0" dt="0"/>
  <p:txStyles>
    <p:titleStyle>
      <a:lvl1pPr algn="r" rtl="0" eaLnBrk="1" latinLnBrk="1" hangingPunct="1">
        <a:spcBef>
          <a:spcPct val="0"/>
        </a:spcBef>
        <a:buNone/>
        <a:defRPr kumimoji="0" sz="2800" b="0" kern="1200">
          <a:ln>
            <a:noFill/>
          </a:ln>
          <a:solidFill>
            <a:srgbClr val="374971"/>
          </a:solidFill>
          <a:effectLst/>
          <a:latin typeface="+mj-lt"/>
          <a:ea typeface="+mj-ea"/>
          <a:cs typeface="+mj-cs"/>
        </a:defRPr>
      </a:lvl1pPr>
    </p:titleStyle>
    <p:bodyStyle>
      <a:lvl1pPr marL="285750" indent="-285750" algn="l" rtl="0" eaLnBrk="1" latinLnBrk="1" hangingPunct="1">
        <a:spcBef>
          <a:spcPct val="20000"/>
        </a:spcBef>
        <a:spcAft>
          <a:spcPts val="600"/>
        </a:spcAft>
        <a:buClr>
          <a:srgbClr val="374971"/>
        </a:buClr>
        <a:buSzPct val="95000"/>
        <a:buFont typeface="Wingdings" panose="05000000000000000000" pitchFamily="2" charset="2"/>
        <a:buChar char="§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7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spcAft>
          <a:spcPts val="600"/>
        </a:spcAft>
        <a:buClr>
          <a:schemeClr val="accent3"/>
        </a:buClr>
        <a:buSzPct val="6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spcAft>
          <a:spcPts val="600"/>
        </a:spcAft>
        <a:buClr>
          <a:schemeClr val="accent4"/>
        </a:buClr>
        <a:buSzPct val="6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1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1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1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1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749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16052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</p:sldLayoutIdLst>
  <p:hf hdr="0" dt="0"/>
  <p:txStyles>
    <p:titleStyle>
      <a:lvl1pPr algn="r" rtl="0" eaLnBrk="1" latinLnBrk="1" hangingPunct="1">
        <a:spcBef>
          <a:spcPct val="0"/>
        </a:spcBef>
        <a:buNone/>
        <a:defRPr kumimoji="0" sz="2800" b="0" kern="1200">
          <a:ln>
            <a:noFill/>
          </a:ln>
          <a:solidFill>
            <a:srgbClr val="374971"/>
          </a:solidFill>
          <a:effectLst/>
          <a:latin typeface="+mj-lt"/>
          <a:ea typeface="+mj-ea"/>
          <a:cs typeface="+mj-cs"/>
        </a:defRPr>
      </a:lvl1pPr>
    </p:titleStyle>
    <p:bodyStyle>
      <a:lvl1pPr marL="285750" indent="-285750" algn="l" rtl="0" eaLnBrk="1" latinLnBrk="1" hangingPunct="1">
        <a:spcBef>
          <a:spcPct val="20000"/>
        </a:spcBef>
        <a:buClr>
          <a:srgbClr val="374971"/>
        </a:buClr>
        <a:buSzPct val="95000"/>
        <a:buFont typeface="Wingdings" panose="05000000000000000000" pitchFamily="2" charset="2"/>
        <a:buChar char="§"/>
        <a:defRPr kumimoji="0" sz="6000" b="1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1737360" indent="-210312" algn="l" rtl="0" eaLnBrk="1" latinLnBrk="1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1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1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1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3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jp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3000">
                <a:solidFill>
                  <a:srgbClr val="192024"/>
                </a:solidFill>
                <a:latin typeface="Arial"/>
              </a:rPr>
              <a:t>Irving College Baptist Church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192024"/>
                </a:solidFill>
                <a:latin typeface="Arial"/>
              </a:rPr>
              <a:t>Application UI Description | App version 1.0.1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92024"/>
                </a:solidFill>
                <a:latin typeface="Arial"/>
              </a:rPr>
              <a:t>Seller Office App ID: 3202610049560</a:t>
            </a:r>
          </a:p>
        </p:txBody>
      </p:sp>
    </p:spTree>
    <p:extLst>
      <p:ext uri="{BB962C8B-B14F-4D97-AF65-F5344CB8AC3E}">
        <p14:creationId xmlns:p14="http://schemas.microsoft.com/office/powerpoint/2010/main" val="2427870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Revision History</a:t>
            </a:r>
            <a:endParaRPr lang="ko-KR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192024"/>
                </a:solidFill>
                <a:latin typeface="Arial"/>
              </a:rPr>
              <a:t>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217924"/>
              </p:ext>
            </p:extLst>
          </p:nvPr>
        </p:nvGraphicFramePr>
        <p:xfrm>
          <a:off x="457200" y="1935163"/>
          <a:ext cx="8229600" cy="230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141C20"/>
                          </a:solidFill>
                          <a:latin typeface="Arial"/>
                        </a:rPr>
                        <a:t>Version</a:t>
                      </a:r>
                      <a:endParaRPr lang="ko-KR" altLang="en-US" sz="1400" dirty="0"/>
                    </a:p>
                  </a:txBody>
                  <a:tcPr marL="108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141C20"/>
                          </a:solidFill>
                          <a:latin typeface="Arial"/>
                        </a:rPr>
                        <a:t>Date</a:t>
                      </a:r>
                      <a:endParaRPr lang="ko-KR" altLang="en-US" sz="1400" dirty="0"/>
                    </a:p>
                  </a:txBody>
                  <a:tcPr marL="108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141C20"/>
                          </a:solidFill>
                          <a:latin typeface="Arial"/>
                        </a:rPr>
                        <a:t>Description</a:t>
                      </a:r>
                      <a:endParaRPr lang="ko-KR" altLang="en-US" sz="1400" dirty="0"/>
                    </a:p>
                  </a:txBody>
                  <a:tcPr marL="108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141C20"/>
                          </a:solidFill>
                          <a:latin typeface="Arial"/>
                        </a:rPr>
                        <a:t>Author</a:t>
                      </a:r>
                      <a:endParaRPr lang="ko-KR" altLang="en-US" sz="1400" dirty="0"/>
                    </a:p>
                  </a:txBody>
                  <a:tcPr marL="108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141C20"/>
                          </a:solidFill>
                          <a:latin typeface="Arial"/>
                        </a:rPr>
                        <a:t>Related App Version</a:t>
                      </a:r>
                      <a:endParaRPr lang="ko-KR" altLang="en-US" sz="1400" dirty="0"/>
                    </a:p>
                  </a:txBody>
                  <a:tcPr marL="108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1C20"/>
                          </a:solidFill>
                          <a:latin typeface="Arial"/>
                        </a:rPr>
                        <a:t>1.1</a:t>
                      </a:r>
                    </a:p>
                  </a:txBody>
                  <a:tcPr marL="1080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1C20"/>
                          </a:solidFill>
                          <a:latin typeface="Arial"/>
                        </a:rPr>
                        <a:t>2026-10-18</a:t>
                      </a:r>
                    </a:p>
                  </a:txBody>
                  <a:tcPr marL="1080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1C20"/>
                          </a:solidFill>
                          <a:latin typeface="Arial"/>
                        </a:rPr>
                        <a:t>Added actual app preview images and completed navigation, use cases, menus and key mappings. Documentation correction for resubmission.</a:t>
                      </a:r>
                    </a:p>
                  </a:txBody>
                  <a:tcPr marL="1080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1C20"/>
                          </a:solidFill>
                          <a:latin typeface="Arial"/>
                        </a:rPr>
                        <a:t>Irving College Baptist Church</a:t>
                      </a:r>
                    </a:p>
                  </a:txBody>
                  <a:tcPr marL="1080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1C20"/>
                          </a:solidFill>
                          <a:latin typeface="Arial"/>
                        </a:rPr>
                        <a:t>1.0.1</a:t>
                      </a:r>
                    </a:p>
                  </a:txBody>
                  <a:tcPr marL="108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/>
                  </a:txBody>
                  <a:tcPr marL="108000" anchor="ctr"/>
                </a:tc>
                <a:tc>
                  <a:txBody>
                    <a:bodyPr/>
                    <a:lstStyle/>
                    <a:p/>
                  </a:txBody>
                  <a:tcPr marL="108000" anchor="ctr"/>
                </a:tc>
                <a:tc>
                  <a:txBody>
                    <a:bodyPr/>
                    <a:lstStyle/>
                    <a:p/>
                  </a:txBody>
                  <a:tcPr marL="108000" anchor="ctr"/>
                </a:tc>
                <a:tc>
                  <a:txBody>
                    <a:bodyPr/>
                    <a:lstStyle/>
                    <a:p/>
                  </a:txBody>
                  <a:tcPr marL="108000" anchor="ctr"/>
                </a:tc>
                <a:tc>
                  <a:txBody>
                    <a:bodyPr/>
                    <a:lstStyle/>
                    <a:p/>
                  </a:txBody>
                  <a:tcPr marL="10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/>
                  </a:txBody>
                  <a:tcPr marL="108000" anchor="ctr"/>
                </a:tc>
                <a:tc>
                  <a:txBody>
                    <a:bodyPr/>
                    <a:lstStyle/>
                    <a:p/>
                  </a:txBody>
                  <a:tcPr marL="108000" anchor="ctr"/>
                </a:tc>
                <a:tc>
                  <a:txBody>
                    <a:bodyPr/>
                    <a:lstStyle/>
                    <a:p/>
                  </a:txBody>
                  <a:tcPr marL="108000" anchor="ctr"/>
                </a:tc>
                <a:tc>
                  <a:txBody>
                    <a:bodyPr/>
                    <a:lstStyle/>
                    <a:p/>
                  </a:txBody>
                  <a:tcPr marL="108000" anchor="ctr"/>
                </a:tc>
                <a:tc>
                  <a:txBody>
                    <a:bodyPr/>
                    <a:lstStyle/>
                    <a:p/>
                  </a:txBody>
                  <a:tcPr marL="10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192024"/>
                </a:solidFill>
                <a:latin typeface="Arial"/>
              </a:rPr>
              <a:t>3</a:t>
            </a:r>
          </a:p>
        </p:txBody>
      </p:sp>
      <p:sp>
        <p:nvSpPr>
          <p:cNvPr id="15" name="Rectangle 6"/>
          <p:cNvSpPr txBox="1">
            <a:spLocks noChangeArrowheads="1"/>
          </p:cNvSpPr>
          <p:nvPr/>
        </p:nvSpPr>
        <p:spPr bwMode="auto">
          <a:xfrm>
            <a:off x="527051" y="2501900"/>
            <a:ext cx="6997278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None/>
              <a:defRPr sz="1400" cap="none" baseline="0">
                <a:solidFill>
                  <a:srgbClr val="BFBFBF"/>
                </a:solidFill>
                <a:latin typeface="+mn-lt"/>
                <a:ea typeface="+mn-ea"/>
                <a:cs typeface="+mn-cs"/>
              </a:defRPr>
            </a:lvl1pPr>
            <a:lvl2pPr marL="179388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None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355600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None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3pPr>
            <a:lvl4pPr marL="542925" indent="-188913" algn="l" rtl="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4pPr>
            <a:lvl5pPr marL="714375" indent="-169863" algn="l" rtl="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5pPr>
            <a:lvl6pPr marL="893763" indent="-179388" algn="l" rtl="0" eaLnBrk="1" fontAlgn="base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6pPr>
            <a:lvl7pPr marL="16287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7pPr>
            <a:lvl8pPr marL="20859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8pPr>
            <a:lvl9pPr marL="25431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9pPr>
          </a:lstStyle>
          <a:p>
            <a:pPr>
              <a:spcAft>
                <a:spcPts val="900"/>
              </a:spcAft>
            </a:pPr>
            <a:r>
              <a:rPr sz="2300">
                <a:solidFill>
                  <a:srgbClr val="192024"/>
                </a:solidFill>
                <a:latin typeface="Arial"/>
              </a:rPr>
              <a:t>UI Structure</a:t>
            </a:r>
          </a:p>
          <a:p>
            <a:pPr>
              <a:spcAft>
                <a:spcPts val="900"/>
              </a:spcAft>
            </a:pPr>
            <a:r>
              <a:rPr sz="2300">
                <a:solidFill>
                  <a:srgbClr val="192024"/>
                </a:solidFill>
                <a:latin typeface="Arial"/>
              </a:rPr>
              <a:t>Use Cases</a:t>
            </a:r>
          </a:p>
          <a:p>
            <a:pPr>
              <a:spcAft>
                <a:spcPts val="900"/>
              </a:spcAft>
            </a:pPr>
            <a:r>
              <a:rPr sz="2300">
                <a:solidFill>
                  <a:srgbClr val="192024"/>
                </a:solidFill>
                <a:latin typeface="Arial"/>
              </a:rPr>
              <a:t>Menus and Functions — App preview images</a:t>
            </a:r>
          </a:p>
          <a:p>
            <a:pPr>
              <a:spcAft>
                <a:spcPts val="900"/>
              </a:spcAft>
            </a:pPr>
            <a:r>
              <a:rPr sz="2300">
                <a:solidFill>
                  <a:srgbClr val="192024"/>
                </a:solidFill>
                <a:latin typeface="Arial"/>
              </a:rPr>
              <a:t>Remote Control Keys</a:t>
            </a:r>
          </a:p>
          <a:p>
            <a:pPr>
              <a:spcAft>
                <a:spcPts val="900"/>
              </a:spcAft>
            </a:pPr>
            <a:r>
              <a:rPr sz="2300">
                <a:solidFill>
                  <a:srgbClr val="192024"/>
                </a:solidFill>
                <a:latin typeface="Arial"/>
              </a:rPr>
              <a:t>Language Options</a:t>
            </a:r>
          </a:p>
        </p:txBody>
      </p:sp>
      <p:grpSp>
        <p:nvGrpSpPr>
          <p:cNvPr id="16" name="Grupp 3"/>
          <p:cNvGrpSpPr>
            <a:grpSpLocks/>
          </p:cNvGrpSpPr>
          <p:nvPr/>
        </p:nvGrpSpPr>
        <p:grpSpPr bwMode="auto">
          <a:xfrm>
            <a:off x="0" y="2479675"/>
            <a:ext cx="331788" cy="323850"/>
            <a:chOff x="3044126" y="1710821"/>
            <a:chExt cx="331004" cy="547536"/>
          </a:xfrm>
        </p:grpSpPr>
        <p:sp>
          <p:nvSpPr>
            <p:cNvPr id="17" name="Rektangel med rundade hörn 4"/>
            <p:cNvSpPr/>
            <p:nvPr/>
          </p:nvSpPr>
          <p:spPr>
            <a:xfrm>
              <a:off x="3044126" y="1710821"/>
              <a:ext cx="221725" cy="544853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2B3957"/>
                </a:gs>
                <a:gs pos="79000">
                  <a:srgbClr val="516BA5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v-SE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"/>
                <a:cs typeface="Helvetica Neue"/>
              </a:endParaRPr>
            </a:p>
          </p:txBody>
        </p:sp>
        <p:sp>
          <p:nvSpPr>
            <p:cNvPr id="18" name="Likbent triangel 5"/>
            <p:cNvSpPr/>
            <p:nvPr/>
          </p:nvSpPr>
          <p:spPr>
            <a:xfrm rot="5400000">
              <a:off x="3045931" y="1929157"/>
              <a:ext cx="547536" cy="110862"/>
            </a:xfrm>
            <a:prstGeom prst="triangle">
              <a:avLst/>
            </a:prstGeom>
            <a:solidFill>
              <a:srgbClr val="516BA5"/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v-SE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/>
          <a:lstStyle/>
          <a:p>
            <a:pPr>
              <a:spcAft>
                <a:spcPts val="900"/>
              </a:spcAft>
            </a:pPr>
            <a:r>
              <a:rPr sz="2600">
                <a:solidFill>
                  <a:srgbClr val="192024"/>
                </a:solidFill>
                <a:latin typeface="Arial"/>
              </a:rPr>
              <a:t>UI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192024"/>
                </a:solidFill>
                <a:latin typeface="Arial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371600"/>
            <a:ext cx="4572000" cy="548640"/>
          </a:xfrm>
          <a:prstGeom prst="roundRect">
            <a:avLst/>
          </a:prstGeom>
          <a:solidFill>
            <a:srgbClr val="E9F1F0"/>
          </a:solidFill>
          <a:ln>
            <a:solidFill>
              <a:srgbClr val="244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92024"/>
                </a:solidFill>
                <a:latin typeface="Arial"/>
              </a:rPr>
              <a:t>Home: church info + service times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560320"/>
            <a:ext cx="3383280" cy="548640"/>
          </a:xfrm>
          <a:prstGeom prst="roundRect">
            <a:avLst/>
          </a:prstGeom>
          <a:solidFill>
            <a:srgbClr val="E9F1F0"/>
          </a:solidFill>
          <a:ln>
            <a:solidFill>
              <a:srgbClr val="244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92024"/>
                </a:solidFill>
                <a:latin typeface="Arial"/>
              </a:rPr>
              <a:t>Watch Live / HLS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560320"/>
            <a:ext cx="3749039" cy="548640"/>
          </a:xfrm>
          <a:prstGeom prst="roundRect">
            <a:avLst/>
          </a:prstGeom>
          <a:solidFill>
            <a:srgbClr val="E9F1F0"/>
          </a:solidFill>
          <a:ln>
            <a:solidFill>
              <a:srgbClr val="244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92024"/>
                </a:solidFill>
                <a:latin typeface="Arial"/>
              </a:rPr>
              <a:t>Browse Sermons / Refresh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3840480"/>
            <a:ext cx="4754880" cy="640080"/>
          </a:xfrm>
          <a:prstGeom prst="roundRect">
            <a:avLst/>
          </a:prstGeom>
          <a:solidFill>
            <a:srgbClr val="E9F1F0"/>
          </a:solidFill>
          <a:ln>
            <a:solidFill>
              <a:srgbClr val="244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92024"/>
                </a:solidFill>
                <a:latin typeface="Arial"/>
              </a:rPr>
              <a:t>Player: live or archived MP4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5303520"/>
            <a:ext cx="5486400" cy="548640"/>
          </a:xfrm>
          <a:prstGeom prst="roundRect">
            <a:avLst/>
          </a:prstGeom>
          <a:solidFill>
            <a:srgbClr val="E9F1F0"/>
          </a:solidFill>
          <a:ln>
            <a:solidFill>
              <a:srgbClr val="244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92024"/>
                </a:solidFill>
                <a:latin typeface="Arial"/>
              </a:rPr>
              <a:t>Home → RETURN → Exit confirmation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286000" y="1920240"/>
            <a:ext cx="1371600" cy="640080"/>
          </a:xfrm>
          <a:prstGeom prst="line">
            <a:avLst/>
          </a:prstGeom>
          <a:ln>
            <a:solidFill>
              <a:srgbClr val="244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1920240"/>
            <a:ext cx="1097280" cy="640080"/>
          </a:xfrm>
          <a:prstGeom prst="line">
            <a:avLst/>
          </a:prstGeom>
          <a:ln>
            <a:solidFill>
              <a:srgbClr val="244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86000" y="3108960"/>
            <a:ext cx="1371600" cy="731520"/>
          </a:xfrm>
          <a:prstGeom prst="line">
            <a:avLst/>
          </a:prstGeom>
          <a:ln>
            <a:solidFill>
              <a:srgbClr val="244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486400" y="3108960"/>
            <a:ext cx="1097280" cy="731520"/>
          </a:xfrm>
          <a:prstGeom prst="line">
            <a:avLst/>
          </a:prstGeom>
          <a:ln>
            <a:solidFill>
              <a:srgbClr val="244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589788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>
                <a:solidFill>
                  <a:srgbClr val="192024"/>
                </a:solidFill>
                <a:latin typeface="Arial"/>
              </a:rPr>
              <a:t>Select an action or sermon with OK. Player Back/RETURN restores Home and prior focus.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192024"/>
                </a:solidFill>
                <a:latin typeface="Arial"/>
              </a:rPr>
              <a:t>Errors remain on the relevant screen: Retry for playback; Refresh for the catalog.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192024"/>
                </a:solidFill>
                <a:latin typeface="Arial"/>
              </a:rPr>
              <a:t>Exit confirmation: Stay returns Home; Exit App closes the application.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192024"/>
                </a:solidFill>
                <a:latin typeface="Arial"/>
              </a:rPr>
              <a:t>5</a:t>
            </a:r>
          </a:p>
        </p:txBody>
      </p:sp>
      <p:sp>
        <p:nvSpPr>
          <p:cNvPr id="15" name="Rectangle 6"/>
          <p:cNvSpPr txBox="1">
            <a:spLocks noChangeArrowheads="1"/>
          </p:cNvSpPr>
          <p:nvPr/>
        </p:nvSpPr>
        <p:spPr bwMode="auto">
          <a:xfrm>
            <a:off x="527051" y="2501900"/>
            <a:ext cx="6997278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None/>
              <a:defRPr sz="1400" cap="none" baseline="0">
                <a:solidFill>
                  <a:srgbClr val="BFBFBF"/>
                </a:solidFill>
                <a:latin typeface="+mn-lt"/>
                <a:ea typeface="+mn-ea"/>
                <a:cs typeface="+mn-cs"/>
              </a:defRPr>
            </a:lvl1pPr>
            <a:lvl2pPr marL="179388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None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355600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None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3pPr>
            <a:lvl4pPr marL="542925" indent="-188913" algn="l" rtl="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4pPr>
            <a:lvl5pPr marL="714375" indent="-169863" algn="l" rtl="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5pPr>
            <a:lvl6pPr marL="893763" indent="-179388" algn="l" rtl="0" eaLnBrk="1" fontAlgn="base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6pPr>
            <a:lvl7pPr marL="16287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7pPr>
            <a:lvl8pPr marL="20859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8pPr>
            <a:lvl9pPr marL="25431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9pPr>
          </a:lstStyle>
          <a:p>
            <a:pPr>
              <a:spcAft>
                <a:spcPts val="900"/>
              </a:spcAft>
            </a:pPr>
            <a:r>
              <a:rPr sz="2300">
                <a:solidFill>
                  <a:srgbClr val="192024"/>
                </a:solidFill>
                <a:latin typeface="Arial"/>
              </a:rPr>
              <a:t>UI Structure</a:t>
            </a:r>
          </a:p>
          <a:p>
            <a:pPr>
              <a:spcAft>
                <a:spcPts val="900"/>
              </a:spcAft>
            </a:pPr>
            <a:r>
              <a:rPr sz="2300">
                <a:solidFill>
                  <a:srgbClr val="192024"/>
                </a:solidFill>
                <a:latin typeface="Arial"/>
              </a:rPr>
              <a:t>Use Cases</a:t>
            </a:r>
          </a:p>
          <a:p>
            <a:pPr>
              <a:spcAft>
                <a:spcPts val="900"/>
              </a:spcAft>
            </a:pPr>
            <a:r>
              <a:rPr sz="2300">
                <a:solidFill>
                  <a:srgbClr val="192024"/>
                </a:solidFill>
                <a:latin typeface="Arial"/>
              </a:rPr>
              <a:t>Menus and Functions — App preview images</a:t>
            </a:r>
          </a:p>
          <a:p>
            <a:pPr>
              <a:spcAft>
                <a:spcPts val="900"/>
              </a:spcAft>
            </a:pPr>
            <a:r>
              <a:rPr sz="2300">
                <a:solidFill>
                  <a:srgbClr val="192024"/>
                </a:solidFill>
                <a:latin typeface="Arial"/>
              </a:rPr>
              <a:t>Remote Control Keys</a:t>
            </a:r>
          </a:p>
          <a:p>
            <a:pPr>
              <a:spcAft>
                <a:spcPts val="900"/>
              </a:spcAft>
            </a:pPr>
            <a:r>
              <a:rPr sz="2300">
                <a:solidFill>
                  <a:srgbClr val="192024"/>
                </a:solidFill>
                <a:latin typeface="Arial"/>
              </a:rPr>
              <a:t>Language Options</a:t>
            </a:r>
          </a:p>
        </p:txBody>
      </p:sp>
      <p:grpSp>
        <p:nvGrpSpPr>
          <p:cNvPr id="16" name="Grupp 3"/>
          <p:cNvGrpSpPr>
            <a:grpSpLocks/>
          </p:cNvGrpSpPr>
          <p:nvPr/>
        </p:nvGrpSpPr>
        <p:grpSpPr bwMode="auto">
          <a:xfrm>
            <a:off x="0" y="2708920"/>
            <a:ext cx="331788" cy="323850"/>
            <a:chOff x="3044126" y="1710821"/>
            <a:chExt cx="331004" cy="547536"/>
          </a:xfrm>
        </p:grpSpPr>
        <p:sp>
          <p:nvSpPr>
            <p:cNvPr id="17" name="Rektangel med rundade hörn 4"/>
            <p:cNvSpPr/>
            <p:nvPr/>
          </p:nvSpPr>
          <p:spPr>
            <a:xfrm>
              <a:off x="3044126" y="1710821"/>
              <a:ext cx="221725" cy="544853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2B3957"/>
                </a:gs>
                <a:gs pos="79000">
                  <a:srgbClr val="516BA5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v-SE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"/>
                <a:cs typeface="Helvetica Neue"/>
              </a:endParaRPr>
            </a:p>
          </p:txBody>
        </p:sp>
        <p:sp>
          <p:nvSpPr>
            <p:cNvPr id="18" name="Likbent triangel 5"/>
            <p:cNvSpPr/>
            <p:nvPr/>
          </p:nvSpPr>
          <p:spPr>
            <a:xfrm rot="5400000">
              <a:off x="3045931" y="1929157"/>
              <a:ext cx="547536" cy="110862"/>
            </a:xfrm>
            <a:prstGeom prst="triangle">
              <a:avLst/>
            </a:prstGeom>
            <a:solidFill>
              <a:srgbClr val="516BA5"/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v-SE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302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Use Cases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192024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81381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>
                <a:solidFill>
                  <a:srgbClr val="192024"/>
                </a:solidFill>
                <a:latin typeface="Arial"/>
              </a:rPr>
              <a:t>Main use cases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92024"/>
                </a:solidFill>
                <a:latin typeface="Arial"/>
              </a:rPr>
              <a:t>• Watch the public live HLS stream when a broadcast is available.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92024"/>
                </a:solidFill>
                <a:latin typeface="Arial"/>
              </a:rPr>
              <a:t>• Browse the public sermon catalog and play an archived MP4 sermon.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92024"/>
                </a:solidFill>
                <a:latin typeface="Arial"/>
              </a:rPr>
              <a:t>• Read church branding, website and Central Time service schedule on Home.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92024"/>
                </a:solidFill>
                <a:latin typeface="Arial"/>
              </a:rPr>
              <a:t>• Use TV remote arrows/OK, Return and media controls.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92024"/>
                </a:solidFill>
                <a:latin typeface="Arial"/>
              </a:rPr>
              <a:t>• Recover from unavailable streams, catalog failures and empty catalogs.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92024"/>
                </a:solidFill>
                <a:latin typeface="Arial"/>
              </a:rPr>
              <a:t>• Confirm application exit from Home.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92024"/>
                </a:solidFill>
                <a:latin typeface="Arial"/>
              </a:rPr>
              <a:t>Access: free; no login, subscription, purchasing or test credentials.</a:t>
            </a:r>
          </a:p>
        </p:txBody>
      </p:sp>
    </p:spTree>
    <p:extLst>
      <p:ext uri="{BB962C8B-B14F-4D97-AF65-F5344CB8AC3E}">
        <p14:creationId xmlns:p14="http://schemas.microsoft.com/office/powerpoint/2010/main" val="1131111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2600">
                <a:solidFill>
                  <a:srgbClr val="192024"/>
                </a:solidFill>
                <a:latin typeface="Arial"/>
              </a:rPr>
              <a:t>Use Cases — Watch Live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192024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81381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92024"/>
                </a:solidFill>
                <a:latin typeface="Arial"/>
              </a:rPr>
              <a:t>1. On Home, focus Watch Live and press OK.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92024"/>
                </a:solidFill>
                <a:latin typeface="Arial"/>
              </a:rPr>
              <a:t>2. The full-screen player connects to the public HLS broadcast.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92024"/>
                </a:solidFill>
                <a:latin typeface="Arial"/>
              </a:rPr>
              <a:t>3. On a Samsung TV the app uses native AVPlay; browser previews use HTML video/HLS.js.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92024"/>
                </a:solidFill>
                <a:latin typeface="Arial"/>
              </a:rPr>
              <a:t>4. Use Play/Pause or the on-screen button. Live rewind/forward controls are disabled.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92024"/>
                </a:solidFill>
                <a:latin typeface="Arial"/>
              </a:rPr>
              <a:t>5. If the stream is offline or fails, read the status message and choose Retry.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92024"/>
                </a:solidFill>
                <a:latin typeface="Arial"/>
              </a:rPr>
              <a:t>6. Choose Back to Home or press RETURN to close playback and restore prior focus.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92024"/>
                </a:solidFill>
                <a:latin typeface="Arial"/>
              </a:rPr>
              <a:t>Stream: https://live.irvingcollege.church/hls/stream.m3u8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92024"/>
                </a:solidFill>
                <a:latin typeface="Arial"/>
              </a:rPr>
              <a:t>Broadcast availability is not guaranteed outside church services. No successful physical-TV playback is claimed in this document.</a:t>
            </a:r>
          </a:p>
        </p:txBody>
      </p:sp>
    </p:spTree>
    <p:extLst>
      <p:ext uri="{BB962C8B-B14F-4D97-AF65-F5344CB8AC3E}">
        <p14:creationId xmlns:p14="http://schemas.microsoft.com/office/powerpoint/2010/main" val="4246023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2600">
                <a:solidFill>
                  <a:srgbClr val="192024"/>
                </a:solidFill>
                <a:latin typeface="Arial"/>
              </a:rPr>
              <a:t>Use Cases — Browse Sermons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192024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81381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92024"/>
                </a:solidFill>
                <a:latin typeface="Arial"/>
              </a:rPr>
              <a:t>1. On Home select Browse Sermons; focus moves to the first available sermon (or Refresh for an empty catalog).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92024"/>
                </a:solidFill>
                <a:latin typeface="Arial"/>
              </a:rPr>
              <a:t>2. Use arrows to select a sermon card; press OK to open its archived MP4.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92024"/>
                </a:solidFill>
                <a:latin typeface="Arial"/>
              </a:rPr>
              <a:t>3. In the player use Play/Pause, −30 seconds and +30 seconds. Dedicated media keys provide the same functions.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92024"/>
                </a:solidFill>
                <a:latin typeface="Arial"/>
              </a:rPr>
              <a:t>4. RETURN / Back to Home closes the player and restores the selected sermon.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92024"/>
                </a:solidFill>
                <a:latin typeface="Arial"/>
              </a:rPr>
              <a:t>5. Refresh requests the public catalog again. An empty list has a clear message; network/format errors explain recovery.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92024"/>
                </a:solidFill>
                <a:latin typeface="Arial"/>
              </a:rPr>
              <a:t>Catalog: https://live.irvingcollege.church/sermons/catalog.json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92024"/>
                </a:solidFill>
                <a:latin typeface="Arial"/>
              </a:rPr>
              <a:t>No test account is required. Catalog titles and dates are provided by the church server.</a:t>
            </a:r>
          </a:p>
        </p:txBody>
      </p:sp>
    </p:spTree>
    <p:extLst>
      <p:ext uri="{BB962C8B-B14F-4D97-AF65-F5344CB8AC3E}">
        <p14:creationId xmlns:p14="http://schemas.microsoft.com/office/powerpoint/2010/main" val="1351244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2600">
                <a:solidFill>
                  <a:srgbClr val="192024"/>
                </a:solidFill>
                <a:latin typeface="Arial"/>
              </a:rPr>
              <a:t>Use Cases — Access, Errors and Exit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192024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81381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92024"/>
                </a:solidFill>
                <a:latin typeface="Arial"/>
              </a:rPr>
              <a:t>No login or in-app purchase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92024"/>
                </a:solidFill>
                <a:latin typeface="Arial"/>
              </a:rPr>
              <a:t>All content is publicly accessible. No account/password, payment, subscription, advertisement or purchase flow is implemented.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92024"/>
                </a:solidFill>
                <a:latin typeface="Arial"/>
              </a:rPr>
              <a:t>Network recovery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92024"/>
                </a:solidFill>
                <a:latin typeface="Arial"/>
              </a:rPr>
              <a:t>Loading and unavailable-stream messages appear in the player. Retry reconnects the selected video. The catalog provides Refresh and distinct empty/error messages. No fake replacement videos are shown.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92024"/>
                </a:solidFill>
                <a:latin typeface="Arial"/>
              </a:rPr>
              <a:t>Exit and background behavior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92024"/>
                </a:solidFill>
                <a:latin typeface="Arial"/>
              </a:rPr>
              <a:t>RETURN closes playback, returns from archive scrolling to Home, or opens the Home exit confirmation. Stay dismisses the confirmation; Exit App exits. Hidden playback is paused. The platform EXIT key remains under Samsung system behavior.</a:t>
            </a:r>
          </a:p>
        </p:txBody>
      </p:sp>
    </p:spTree>
    <p:extLst>
      <p:ext uri="{BB962C8B-B14F-4D97-AF65-F5344CB8AC3E}">
        <p14:creationId xmlns:p14="http://schemas.microsoft.com/office/powerpoint/2010/main" val="3878766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192024"/>
                </a:solidFill>
                <a:latin typeface="Arial"/>
              </a:rPr>
              <a:t>10</a:t>
            </a:r>
          </a:p>
        </p:txBody>
      </p:sp>
      <p:sp>
        <p:nvSpPr>
          <p:cNvPr id="15" name="Rectangle 6"/>
          <p:cNvSpPr txBox="1">
            <a:spLocks noChangeArrowheads="1"/>
          </p:cNvSpPr>
          <p:nvPr/>
        </p:nvSpPr>
        <p:spPr bwMode="auto">
          <a:xfrm>
            <a:off x="527051" y="2501900"/>
            <a:ext cx="6997278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None/>
              <a:defRPr sz="1400" cap="none" baseline="0">
                <a:solidFill>
                  <a:srgbClr val="BFBFBF"/>
                </a:solidFill>
                <a:latin typeface="+mn-lt"/>
                <a:ea typeface="+mn-ea"/>
                <a:cs typeface="+mn-cs"/>
              </a:defRPr>
            </a:lvl1pPr>
            <a:lvl2pPr marL="179388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None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355600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None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3pPr>
            <a:lvl4pPr marL="542925" indent="-188913" algn="l" rtl="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4pPr>
            <a:lvl5pPr marL="714375" indent="-169863" algn="l" rtl="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5pPr>
            <a:lvl6pPr marL="893763" indent="-179388" algn="l" rtl="0" eaLnBrk="1" fontAlgn="base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6pPr>
            <a:lvl7pPr marL="16287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7pPr>
            <a:lvl8pPr marL="20859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8pPr>
            <a:lvl9pPr marL="25431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9pPr>
          </a:lstStyle>
          <a:p>
            <a:pPr>
              <a:spcAft>
                <a:spcPts val="900"/>
              </a:spcAft>
            </a:pPr>
            <a:r>
              <a:rPr sz="2300">
                <a:solidFill>
                  <a:srgbClr val="192024"/>
                </a:solidFill>
                <a:latin typeface="Arial"/>
              </a:rPr>
              <a:t>UI Structure</a:t>
            </a:r>
          </a:p>
          <a:p>
            <a:pPr>
              <a:spcAft>
                <a:spcPts val="900"/>
              </a:spcAft>
            </a:pPr>
            <a:r>
              <a:rPr sz="2300">
                <a:solidFill>
                  <a:srgbClr val="192024"/>
                </a:solidFill>
                <a:latin typeface="Arial"/>
              </a:rPr>
              <a:t>Use Cases</a:t>
            </a:r>
          </a:p>
          <a:p>
            <a:pPr>
              <a:spcAft>
                <a:spcPts val="900"/>
              </a:spcAft>
            </a:pPr>
            <a:r>
              <a:rPr sz="2300">
                <a:solidFill>
                  <a:srgbClr val="192024"/>
                </a:solidFill>
                <a:latin typeface="Arial"/>
              </a:rPr>
              <a:t>Menus and Functions — App preview images</a:t>
            </a:r>
          </a:p>
          <a:p>
            <a:pPr>
              <a:spcAft>
                <a:spcPts val="900"/>
              </a:spcAft>
            </a:pPr>
            <a:r>
              <a:rPr sz="2300">
                <a:solidFill>
                  <a:srgbClr val="192024"/>
                </a:solidFill>
                <a:latin typeface="Arial"/>
              </a:rPr>
              <a:t>Remote Control Keys</a:t>
            </a:r>
          </a:p>
          <a:p>
            <a:pPr>
              <a:spcAft>
                <a:spcPts val="900"/>
              </a:spcAft>
            </a:pPr>
            <a:r>
              <a:rPr sz="2300">
                <a:solidFill>
                  <a:srgbClr val="192024"/>
                </a:solidFill>
                <a:latin typeface="Arial"/>
              </a:rPr>
              <a:t>Language Options</a:t>
            </a:r>
          </a:p>
        </p:txBody>
      </p:sp>
      <p:grpSp>
        <p:nvGrpSpPr>
          <p:cNvPr id="16" name="Grupp 3"/>
          <p:cNvGrpSpPr>
            <a:grpSpLocks/>
          </p:cNvGrpSpPr>
          <p:nvPr/>
        </p:nvGrpSpPr>
        <p:grpSpPr bwMode="auto">
          <a:xfrm>
            <a:off x="0" y="2996952"/>
            <a:ext cx="331788" cy="323850"/>
            <a:chOff x="3044126" y="1710821"/>
            <a:chExt cx="331004" cy="547536"/>
          </a:xfrm>
        </p:grpSpPr>
        <p:sp>
          <p:nvSpPr>
            <p:cNvPr id="17" name="Rektangel med rundade hörn 4"/>
            <p:cNvSpPr/>
            <p:nvPr/>
          </p:nvSpPr>
          <p:spPr>
            <a:xfrm>
              <a:off x="3044126" y="1710821"/>
              <a:ext cx="221725" cy="544853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2B3957"/>
                </a:gs>
                <a:gs pos="79000">
                  <a:srgbClr val="516BA5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v-SE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"/>
                <a:cs typeface="Helvetica Neue"/>
              </a:endParaRPr>
            </a:p>
          </p:txBody>
        </p:sp>
        <p:sp>
          <p:nvSpPr>
            <p:cNvPr id="18" name="Likbent triangel 5"/>
            <p:cNvSpPr/>
            <p:nvPr/>
          </p:nvSpPr>
          <p:spPr>
            <a:xfrm rot="5400000">
              <a:off x="3045931" y="1929157"/>
              <a:ext cx="547536" cy="110862"/>
            </a:xfrm>
            <a:prstGeom prst="triangle">
              <a:avLst/>
            </a:prstGeom>
            <a:solidFill>
              <a:srgbClr val="516BA5"/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v-SE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951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2600">
                <a:solidFill>
                  <a:srgbClr val="192024"/>
                </a:solidFill>
                <a:latin typeface="Arial"/>
              </a:rPr>
              <a:t>Menus and Functions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192024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33271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192024"/>
                </a:solidFill>
                <a:latin typeface="Arial"/>
              </a:rPr>
              <a:t>1.- App preview images — Home</a:t>
            </a:r>
          </a:p>
        </p:txBody>
      </p:sp>
      <p:pic>
        <p:nvPicPr>
          <p:cNvPr id="7" name="Picture 6" descr="01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5577840" cy="313753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36208" y="1645920"/>
          <a:ext cx="242316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508760"/>
              </a:tblGrid>
              <a:tr h="6019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UI 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Function</a:t>
                      </a:r>
                    </a:p>
                  </a:txBody>
                  <a:tcPr/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Watch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Open live player</a:t>
                      </a:r>
                    </a:p>
                  </a:txBody>
                  <a:tcPr/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Browse Sermons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Focus archive</a:t>
                      </a:r>
                    </a:p>
                  </a:txBody>
                  <a:tcPr/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Service times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Central Time</a:t>
                      </a:r>
                    </a:p>
                  </a:txBody>
                  <a:tcPr/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Refresh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Reload catalog</a:t>
                      </a:r>
                    </a:p>
                  </a:txBody>
                  <a:tcPr/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Sermon 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Open MP4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48640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192024"/>
                </a:solidFill>
                <a:latin typeface="Arial"/>
              </a:rPr>
              <a:t>Genuine Chromium rendering of the app. Existing app artwork is shown unchanged. Catalog content is the real church response captured on 2026-10-13; this is not a physical-TV photograph.</a:t>
            </a:r>
          </a:p>
        </p:txBody>
      </p:sp>
    </p:spTree>
    <p:extLst>
      <p:ext uri="{BB962C8B-B14F-4D97-AF65-F5344CB8AC3E}">
        <p14:creationId xmlns:p14="http://schemas.microsoft.com/office/powerpoint/2010/main" val="1956065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2600">
                <a:solidFill>
                  <a:srgbClr val="192024"/>
                </a:solidFill>
                <a:latin typeface="Arial"/>
              </a:rPr>
              <a:t>Menus and Functions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192024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33271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192024"/>
                </a:solidFill>
                <a:latin typeface="Arial"/>
              </a:rPr>
              <a:t>App preview images — Sermon browsing</a:t>
            </a:r>
          </a:p>
        </p:txBody>
      </p:sp>
      <p:pic>
        <p:nvPicPr>
          <p:cNvPr id="7" name="Picture 6" descr="02-sermon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20"/>
            <a:ext cx="5577840" cy="313753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36208" y="1645920"/>
          <a:ext cx="242316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508760"/>
              </a:tblGrid>
              <a:tr h="6019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UI 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Function</a:t>
                      </a:r>
                    </a:p>
                  </a:txBody>
                  <a:tcPr/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White outline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Current focus</a:t>
                      </a:r>
                    </a:p>
                  </a:txBody>
                  <a:tcPr/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Title /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Catalog metadata</a:t>
                      </a:r>
                    </a:p>
                  </a:txBody>
                  <a:tcPr/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Sermon 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OK starts video</a:t>
                      </a:r>
                    </a:p>
                  </a:txBody>
                  <a:tcPr/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Arrows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Move focus</a:t>
                      </a:r>
                    </a:p>
                  </a:txBody>
                  <a:tcPr/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Refresh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Retry catalog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48640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192024"/>
                </a:solidFill>
                <a:latin typeface="Arial"/>
              </a:rPr>
              <a:t>Genuine app screenshot: archive focus state. No fabricated sermon records or video imagery. Browser capture used unmodified app files and unchanged real catalog bytes through the capture harness.</a:t>
            </a:r>
          </a:p>
        </p:txBody>
      </p:sp>
    </p:spTree>
    <p:extLst>
      <p:ext uri="{BB962C8B-B14F-4D97-AF65-F5344CB8AC3E}">
        <p14:creationId xmlns:p14="http://schemas.microsoft.com/office/powerpoint/2010/main" val="2038440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2600">
                <a:solidFill>
                  <a:srgbClr val="192024"/>
                </a:solidFill>
                <a:latin typeface="Arial"/>
              </a:rPr>
              <a:t>Menus and Functions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192024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33271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192024"/>
                </a:solidFill>
                <a:latin typeface="Arial"/>
              </a:rPr>
              <a:t>App preview images — Exit confirmation</a:t>
            </a:r>
          </a:p>
        </p:txBody>
      </p:sp>
      <p:pic>
        <p:nvPicPr>
          <p:cNvPr id="7" name="Picture 6" descr="03-exit-confirm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20"/>
            <a:ext cx="5577840" cy="313753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36208" y="1645920"/>
          <a:ext cx="242316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508760"/>
              </a:tblGrid>
              <a:tr h="7223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UI 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Function</a:t>
                      </a:r>
                    </a:p>
                  </a:txBody>
                  <a:tcPr/>
                </a:tc>
              </a:tr>
              <a:tr h="7223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Stay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Return to Home</a:t>
                      </a:r>
                    </a:p>
                  </a:txBody>
                  <a:tcPr/>
                </a:tc>
              </a:tr>
              <a:tr h="7223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Exit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Close app</a:t>
                      </a:r>
                    </a:p>
                  </a:txBody>
                  <a:tcPr/>
                </a:tc>
              </a:tr>
              <a:tr h="7223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Dismiss dialog</a:t>
                      </a:r>
                    </a:p>
                  </a:txBody>
                  <a:tcPr/>
                </a:tc>
              </a:tr>
              <a:tr h="7223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Arrows / 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Choose / activate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48640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192024"/>
                </a:solidFill>
                <a:latin typeface="Arial"/>
              </a:rPr>
              <a:t>Genuine browser-rendered exit dialog from the app. No login or payment is required. This screen is reached with RETURN from Home.</a:t>
            </a:r>
          </a:p>
        </p:txBody>
      </p:sp>
    </p:spTree>
    <p:extLst>
      <p:ext uri="{BB962C8B-B14F-4D97-AF65-F5344CB8AC3E}">
        <p14:creationId xmlns:p14="http://schemas.microsoft.com/office/powerpoint/2010/main" val="3221708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192024"/>
                </a:solidFill>
                <a:latin typeface="Arial"/>
              </a:rPr>
              <a:t>15</a:t>
            </a:r>
          </a:p>
        </p:txBody>
      </p:sp>
      <p:sp>
        <p:nvSpPr>
          <p:cNvPr id="15" name="Rectangle 6"/>
          <p:cNvSpPr txBox="1">
            <a:spLocks noChangeArrowheads="1"/>
          </p:cNvSpPr>
          <p:nvPr/>
        </p:nvSpPr>
        <p:spPr bwMode="auto">
          <a:xfrm>
            <a:off x="527051" y="2501900"/>
            <a:ext cx="6997278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None/>
              <a:defRPr sz="1400" cap="none" baseline="0">
                <a:solidFill>
                  <a:srgbClr val="BFBFBF"/>
                </a:solidFill>
                <a:latin typeface="+mn-lt"/>
                <a:ea typeface="+mn-ea"/>
                <a:cs typeface="+mn-cs"/>
              </a:defRPr>
            </a:lvl1pPr>
            <a:lvl2pPr marL="179388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None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355600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None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3pPr>
            <a:lvl4pPr marL="542925" indent="-188913" algn="l" rtl="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4pPr>
            <a:lvl5pPr marL="714375" indent="-169863" algn="l" rtl="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5pPr>
            <a:lvl6pPr marL="893763" indent="-179388" algn="l" rtl="0" eaLnBrk="1" fontAlgn="base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6pPr>
            <a:lvl7pPr marL="16287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7pPr>
            <a:lvl8pPr marL="20859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8pPr>
            <a:lvl9pPr marL="25431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9pPr>
          </a:lstStyle>
          <a:p>
            <a:pPr>
              <a:spcAft>
                <a:spcPts val="900"/>
              </a:spcAft>
            </a:pPr>
            <a:r>
              <a:rPr sz="2300">
                <a:solidFill>
                  <a:srgbClr val="192024"/>
                </a:solidFill>
                <a:latin typeface="Arial"/>
              </a:rPr>
              <a:t>UI Structure</a:t>
            </a:r>
          </a:p>
          <a:p>
            <a:pPr>
              <a:spcAft>
                <a:spcPts val="900"/>
              </a:spcAft>
            </a:pPr>
            <a:r>
              <a:rPr sz="2300">
                <a:solidFill>
                  <a:srgbClr val="192024"/>
                </a:solidFill>
                <a:latin typeface="Arial"/>
              </a:rPr>
              <a:t>Use Cases</a:t>
            </a:r>
          </a:p>
          <a:p>
            <a:pPr>
              <a:spcAft>
                <a:spcPts val="900"/>
              </a:spcAft>
            </a:pPr>
            <a:r>
              <a:rPr sz="2300">
                <a:solidFill>
                  <a:srgbClr val="192024"/>
                </a:solidFill>
                <a:latin typeface="Arial"/>
              </a:rPr>
              <a:t>Menus and Functions — App preview images</a:t>
            </a:r>
          </a:p>
          <a:p>
            <a:pPr>
              <a:spcAft>
                <a:spcPts val="900"/>
              </a:spcAft>
            </a:pPr>
            <a:r>
              <a:rPr sz="2300">
                <a:solidFill>
                  <a:srgbClr val="192024"/>
                </a:solidFill>
                <a:latin typeface="Arial"/>
              </a:rPr>
              <a:t>Remote Control Keys</a:t>
            </a:r>
          </a:p>
          <a:p>
            <a:pPr>
              <a:spcAft>
                <a:spcPts val="900"/>
              </a:spcAft>
            </a:pPr>
            <a:r>
              <a:rPr sz="2300">
                <a:solidFill>
                  <a:srgbClr val="192024"/>
                </a:solidFill>
                <a:latin typeface="Arial"/>
              </a:rPr>
              <a:t>Language Options</a:t>
            </a:r>
          </a:p>
        </p:txBody>
      </p:sp>
      <p:grpSp>
        <p:nvGrpSpPr>
          <p:cNvPr id="16" name="Grupp 3"/>
          <p:cNvGrpSpPr>
            <a:grpSpLocks/>
          </p:cNvGrpSpPr>
          <p:nvPr/>
        </p:nvGrpSpPr>
        <p:grpSpPr bwMode="auto">
          <a:xfrm>
            <a:off x="0" y="3249166"/>
            <a:ext cx="331788" cy="323850"/>
            <a:chOff x="3044126" y="1710821"/>
            <a:chExt cx="331004" cy="547536"/>
          </a:xfrm>
        </p:grpSpPr>
        <p:sp>
          <p:nvSpPr>
            <p:cNvPr id="17" name="Rektangel med rundade hörn 4"/>
            <p:cNvSpPr/>
            <p:nvPr/>
          </p:nvSpPr>
          <p:spPr>
            <a:xfrm>
              <a:off x="3044126" y="1710821"/>
              <a:ext cx="221725" cy="544853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2B3957"/>
                </a:gs>
                <a:gs pos="79000">
                  <a:srgbClr val="516BA5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v-SE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"/>
                <a:cs typeface="Helvetica Neue"/>
              </a:endParaRPr>
            </a:p>
          </p:txBody>
        </p:sp>
        <p:sp>
          <p:nvSpPr>
            <p:cNvPr id="18" name="Likbent triangel 5"/>
            <p:cNvSpPr/>
            <p:nvPr/>
          </p:nvSpPr>
          <p:spPr>
            <a:xfrm rot="5400000">
              <a:off x="3045931" y="1929157"/>
              <a:ext cx="547536" cy="110862"/>
            </a:xfrm>
            <a:prstGeom prst="triangle">
              <a:avLst/>
            </a:prstGeom>
            <a:solidFill>
              <a:srgbClr val="516BA5"/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v-SE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9612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2600">
                <a:solidFill>
                  <a:srgbClr val="192024"/>
                </a:solidFill>
                <a:latin typeface="Arial"/>
              </a:rPr>
              <a:t>Remote Control Keys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192024"/>
                </a:solidFill>
                <a:latin typeface="Arial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92024"/>
                </a:solidFill>
                <a:latin typeface="Arial"/>
              </a:rPr>
              <a:t>RETURN: closes player/restores focus; on Home, opens exit confirmation.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92024"/>
                </a:solidFill>
                <a:latin typeface="Arial"/>
              </a:rPr>
              <a:t>EXIT: platform-defined behavior; the app does not register or override this key.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74519"/>
          <a:ext cx="813816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114800"/>
                <a:gridCol w="2468880"/>
              </a:tblGrid>
              <a:tr h="472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20"/>
                          </a:solidFill>
                          <a:latin typeface="Arial"/>
                        </a:rPr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20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20"/>
                          </a:solidFill>
                          <a:latin typeface="Arial"/>
                        </a:rPr>
                        <a:t>Remarks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20"/>
                          </a:solidFill>
                          <a:latin typeface="Arial"/>
                        </a:rPr>
                        <a:t>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20"/>
                          </a:solidFill>
                          <a:latin typeface="Arial"/>
                        </a:rPr>
                        <a:t>Move to previous page.</a:t>
                      </a:r>
                    </a:p>
                    <a:p>
                      <a:r>
                        <a:rPr sz="1100">
                          <a:solidFill>
                            <a:srgbClr val="141C20"/>
                          </a:solidFill>
                          <a:latin typeface="Arial"/>
                        </a:rPr>
                        <a:t>Game applications must show a confirmation popup.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20"/>
                          </a:solidFill>
                          <a:latin typeface="Arial"/>
                        </a:rPr>
                        <a:t>Mandatory. Do not modify.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20"/>
                          </a:solidFill>
                          <a:latin typeface="Arial"/>
                        </a:rPr>
                        <a:t>EXIT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20"/>
                          </a:solidFill>
                          <a:latin typeface="Arial"/>
                        </a:rPr>
                        <a:t>Close the application and show the TV broadcast channel.</a:t>
                      </a:r>
                    </a:p>
                    <a:p>
                      <a:r>
                        <a:rPr sz="1100">
                          <a:solidFill>
                            <a:srgbClr val="141C20"/>
                          </a:solidFill>
                          <a:latin typeface="Arial"/>
                        </a:rPr>
                        <a:t>Game applications must show a confirmation popup.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20"/>
                          </a:solidFill>
                          <a:latin typeface="Arial"/>
                        </a:rPr>
                        <a:t>Mandatory. Do not modify.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20"/>
                          </a:solidFill>
                          <a:latin typeface="Arial"/>
                        </a:rPr>
                        <a:t>ENTER / 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20"/>
                          </a:solidFill>
                          <a:latin typeface="Arial"/>
                        </a:rPr>
                        <a:t>Activate the focused button or sermon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20"/>
                          </a:solidFill>
                          <a:latin typeface="Arial"/>
                        </a:rPr>
                        <a:t>No full-screen toggle mapping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20"/>
                          </a:solidFill>
                          <a:latin typeface="Arial"/>
                        </a:rPr>
                        <a:t>UP/DOWN/LEFT/RIGHT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20"/>
                          </a:solidFill>
                          <a:latin typeface="Arial"/>
                        </a:rPr>
                        <a:t>Move focus between visible 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20"/>
                          </a:solidFill>
                          <a:latin typeface="Arial"/>
                        </a:rPr>
                        <a:t>Scroll selected archive item into view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20"/>
                          </a:solidFill>
                          <a:latin typeface="Arial"/>
                        </a:rPr>
                        <a:t>PLAY / PAUSE / PLAY-PAUSE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20"/>
                          </a:solidFill>
                          <a:latin typeface="Arial"/>
                        </a:rPr>
                        <a:t>Control active 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20"/>
                          </a:solidFill>
                          <a:latin typeface="Arial"/>
                        </a:rPr>
                        <a:t>Registered optional media keys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20"/>
                          </a:solidFill>
                          <a:latin typeface="Arial"/>
                        </a:rPr>
                        <a:t>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20"/>
                          </a:solidFill>
                          <a:latin typeface="Arial"/>
                        </a:rPr>
                        <a:t>Close player and return 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20"/>
                          </a:solidFill>
                          <a:latin typeface="Arial"/>
                        </a:rPr>
                        <a:t>While playing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20"/>
                          </a:solidFill>
                          <a:latin typeface="Arial"/>
                        </a:rPr>
                        <a:t>REWIND / FAST 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20"/>
                          </a:solidFill>
                          <a:latin typeface="Arial"/>
                        </a:rPr>
                        <a:t>Seek −30 / +30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20"/>
                          </a:solidFill>
                          <a:latin typeface="Arial"/>
                        </a:rPr>
                        <a:t>Archived content only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20"/>
                          </a:solidFill>
                          <a:latin typeface="Arial"/>
                        </a:rPr>
                        <a:t>CHANNEL / VOLUME / COLORS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20"/>
                          </a:solidFill>
                          <a:latin typeface="Arial"/>
                        </a:rPr>
                        <a:t>No custom app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20"/>
                          </a:solidFill>
                          <a:latin typeface="Arial"/>
                        </a:rPr>
                        <a:t>System behavior retained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5239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192024"/>
                </a:solidFill>
                <a:latin typeface="Arial"/>
              </a:rPr>
              <a:t>17</a:t>
            </a:r>
          </a:p>
        </p:txBody>
      </p:sp>
      <p:sp>
        <p:nvSpPr>
          <p:cNvPr id="15" name="Rectangle 6"/>
          <p:cNvSpPr txBox="1">
            <a:spLocks noChangeArrowheads="1"/>
          </p:cNvSpPr>
          <p:nvPr/>
        </p:nvSpPr>
        <p:spPr bwMode="auto">
          <a:xfrm>
            <a:off x="527051" y="2501900"/>
            <a:ext cx="6997278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None/>
              <a:defRPr sz="1400" cap="none" baseline="0">
                <a:solidFill>
                  <a:srgbClr val="BFBFBF"/>
                </a:solidFill>
                <a:latin typeface="+mn-lt"/>
                <a:ea typeface="+mn-ea"/>
                <a:cs typeface="+mn-cs"/>
              </a:defRPr>
            </a:lvl1pPr>
            <a:lvl2pPr marL="179388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None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355600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None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3pPr>
            <a:lvl4pPr marL="542925" indent="-188913" algn="l" rtl="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4pPr>
            <a:lvl5pPr marL="714375" indent="-169863" algn="l" rtl="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5pPr>
            <a:lvl6pPr marL="893763" indent="-179388" algn="l" rtl="0" eaLnBrk="1" fontAlgn="base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6pPr>
            <a:lvl7pPr marL="16287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7pPr>
            <a:lvl8pPr marL="20859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8pPr>
            <a:lvl9pPr marL="25431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9pPr>
          </a:lstStyle>
          <a:p>
            <a:pPr>
              <a:spcAft>
                <a:spcPts val="900"/>
              </a:spcAft>
            </a:pPr>
            <a:r>
              <a:rPr sz="2300">
                <a:solidFill>
                  <a:srgbClr val="192024"/>
                </a:solidFill>
                <a:latin typeface="Arial"/>
              </a:rPr>
              <a:t>UI Structure</a:t>
            </a:r>
          </a:p>
          <a:p>
            <a:pPr>
              <a:spcAft>
                <a:spcPts val="900"/>
              </a:spcAft>
            </a:pPr>
            <a:r>
              <a:rPr sz="2300">
                <a:solidFill>
                  <a:srgbClr val="192024"/>
                </a:solidFill>
                <a:latin typeface="Arial"/>
              </a:rPr>
              <a:t>Use Cases</a:t>
            </a:r>
          </a:p>
          <a:p>
            <a:pPr>
              <a:spcAft>
                <a:spcPts val="900"/>
              </a:spcAft>
            </a:pPr>
            <a:r>
              <a:rPr sz="2300">
                <a:solidFill>
                  <a:srgbClr val="192024"/>
                </a:solidFill>
                <a:latin typeface="Arial"/>
              </a:rPr>
              <a:t>Menus and Functions — App preview images</a:t>
            </a:r>
          </a:p>
          <a:p>
            <a:pPr>
              <a:spcAft>
                <a:spcPts val="900"/>
              </a:spcAft>
            </a:pPr>
            <a:r>
              <a:rPr sz="2300">
                <a:solidFill>
                  <a:srgbClr val="192024"/>
                </a:solidFill>
                <a:latin typeface="Arial"/>
              </a:rPr>
              <a:t>Remote Control Keys</a:t>
            </a:r>
          </a:p>
          <a:p>
            <a:pPr>
              <a:spcAft>
                <a:spcPts val="900"/>
              </a:spcAft>
            </a:pPr>
            <a:r>
              <a:rPr sz="2300">
                <a:solidFill>
                  <a:srgbClr val="192024"/>
                </a:solidFill>
                <a:latin typeface="Arial"/>
              </a:rPr>
              <a:t>Language Options</a:t>
            </a:r>
          </a:p>
        </p:txBody>
      </p:sp>
      <p:grpSp>
        <p:nvGrpSpPr>
          <p:cNvPr id="16" name="Grupp 3"/>
          <p:cNvGrpSpPr>
            <a:grpSpLocks/>
          </p:cNvGrpSpPr>
          <p:nvPr/>
        </p:nvGrpSpPr>
        <p:grpSpPr bwMode="auto">
          <a:xfrm>
            <a:off x="0" y="3501008"/>
            <a:ext cx="331788" cy="323850"/>
            <a:chOff x="3044126" y="1710821"/>
            <a:chExt cx="331004" cy="547536"/>
          </a:xfrm>
        </p:grpSpPr>
        <p:sp>
          <p:nvSpPr>
            <p:cNvPr id="17" name="Rektangel med rundade hörn 4"/>
            <p:cNvSpPr/>
            <p:nvPr/>
          </p:nvSpPr>
          <p:spPr>
            <a:xfrm>
              <a:off x="3044126" y="1710821"/>
              <a:ext cx="221725" cy="544853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2B3957"/>
                </a:gs>
                <a:gs pos="79000">
                  <a:srgbClr val="516BA5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v-SE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"/>
                <a:cs typeface="Helvetica Neue"/>
              </a:endParaRPr>
            </a:p>
          </p:txBody>
        </p:sp>
        <p:sp>
          <p:nvSpPr>
            <p:cNvPr id="18" name="Likbent triangel 5"/>
            <p:cNvSpPr/>
            <p:nvPr/>
          </p:nvSpPr>
          <p:spPr>
            <a:xfrm rot="5400000">
              <a:off x="3045931" y="1929157"/>
              <a:ext cx="547536" cy="110862"/>
            </a:xfrm>
            <a:prstGeom prst="triangle">
              <a:avLst/>
            </a:prstGeom>
            <a:solidFill>
              <a:srgbClr val="516BA5"/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v-SE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5701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2600">
                <a:solidFill>
                  <a:srgbClr val="192024"/>
                </a:solidFill>
                <a:latin typeface="Arial"/>
              </a:rPr>
              <a:t>Language Options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192024"/>
                </a:solidFill>
                <a:latin typeface="Arial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81381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>
                <a:solidFill>
                  <a:srgbClr val="192024"/>
                </a:solidFill>
                <a:latin typeface="Arial"/>
              </a:rPr>
              <a:t>The application does not support multiple languages.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192024"/>
                </a:solidFill>
                <a:latin typeface="Arial"/>
              </a:rPr>
              <a:t>The application interface is English. There is no in-app language selector. Sermon titles, speaker fields and date strings are displayed as supplied by the public catalog.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192024"/>
                </a:solidFill>
                <a:latin typeface="Arial"/>
              </a:rPr>
              <a:t>Church service times are Central Time: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192024"/>
                </a:solidFill>
                <a:latin typeface="Arial"/>
              </a:rPr>
              <a:t>Sunday School 9:30 AM; Sunday Worship 10:30 AM.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192024"/>
                </a:solidFill>
                <a:latin typeface="Arial"/>
              </a:rPr>
              <a:t>Wednesday Meal 5:30 PM; Bible Study 6:30 PM.</a:t>
            </a:r>
          </a:p>
        </p:txBody>
      </p:sp>
    </p:spTree>
    <p:extLst>
      <p:ext uri="{BB962C8B-B14F-4D97-AF65-F5344CB8AC3E}">
        <p14:creationId xmlns:p14="http://schemas.microsoft.com/office/powerpoint/2010/main" val="3190061480"/>
      </p:ext>
    </p:extLst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2600">
                <a:solidFill>
                  <a:srgbClr val="192024"/>
                </a:solidFill>
                <a:latin typeface="Arial"/>
              </a:rPr>
              <a:t>Menus and Functions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192024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33271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192024"/>
                </a:solidFill>
                <a:latin typeface="Arial"/>
              </a:rPr>
              <a:t>App preview images — Player and network recovery</a:t>
            </a:r>
          </a:p>
        </p:txBody>
      </p:sp>
      <p:pic>
        <p:nvPicPr>
          <p:cNvPr id="7" name="Picture 6" descr="04-player-brows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5577840" cy="313753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36208" y="1645920"/>
          <a:ext cx="242316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508760"/>
              </a:tblGrid>
              <a:tr h="6019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UI 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Function</a:t>
                      </a:r>
                    </a:p>
                  </a:txBody>
                  <a:tcPr/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Pause / 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Toggle playback</a:t>
                      </a:r>
                    </a:p>
                  </a:txBody>
                  <a:tcPr/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−30 / +30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Archive seek only</a:t>
                      </a:r>
                    </a:p>
                  </a:txBody>
                  <a:tcPr/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Retry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Reconnect video</a:t>
                      </a:r>
                    </a:p>
                  </a:txBody>
                  <a:tcPr/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Back to 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Stop / return</a:t>
                      </a:r>
                    </a:p>
                  </a:txBody>
                  <a:tcPr/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Status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1C20"/>
                          </a:solidFill>
                          <a:latin typeface="Arial"/>
                        </a:rPr>
                        <a:t>Connection/error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48640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192024"/>
                </a:solidFill>
                <a:latin typeface="Arial"/>
              </a:rPr>
              <a:t>Genuine browser capture of the player’s playback-error state on 2026-10-18. No successful playback or video frame is fabricated. Samsung AVPlay, live broadcast availability and physical-TV playback remain unverified.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흐름">
  <a:themeElements>
    <a:clrScheme name="Custom 3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374971"/>
      </a:accent3>
      <a:accent4>
        <a:srgbClr val="D8B25C"/>
      </a:accent4>
      <a:accent5>
        <a:srgbClr val="3B3838"/>
      </a:accent5>
      <a:accent6>
        <a:srgbClr val="968C8C"/>
      </a:accent6>
      <a:hlink>
        <a:srgbClr val="F7B615"/>
      </a:hlink>
      <a:folHlink>
        <a:srgbClr val="70440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흐름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흐름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흐름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nguage-Optio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흐름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Remote-Key-map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흐름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Screen-Element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흐름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UI-Structur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흐름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Use-Cas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흐름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Application Nam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흐름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4140</TotalTime>
  <Words>991</Words>
  <Application>Microsoft Office PowerPoint</Application>
  <PresentationFormat>On-screen Show (4:3)</PresentationFormat>
  <Paragraphs>222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21</vt:i4>
      </vt:variant>
    </vt:vector>
  </HeadingPairs>
  <TitlesOfParts>
    <vt:vector size="37" baseType="lpstr">
      <vt:lpstr>돋움</vt:lpstr>
      <vt:lpstr>굴림</vt:lpstr>
      <vt:lpstr>Arial</vt:lpstr>
      <vt:lpstr>Calibri</vt:lpstr>
      <vt:lpstr>Helvetica Neue</vt:lpstr>
      <vt:lpstr>Symbol</vt:lpstr>
      <vt:lpstr>Wingdings</vt:lpstr>
      <vt:lpstr>Wingdings 2</vt:lpstr>
      <vt:lpstr>흐름</vt:lpstr>
      <vt:lpstr>1_흐름</vt:lpstr>
      <vt:lpstr>Language-Option</vt:lpstr>
      <vt:lpstr>Remote-Key-map</vt:lpstr>
      <vt:lpstr>Screen-Element</vt:lpstr>
      <vt:lpstr>UI-Structure</vt:lpstr>
      <vt:lpstr>Use-Case</vt:lpstr>
      <vt:lpstr>Application Name</vt:lpstr>
      <vt:lpstr>Application UI Description Template </vt:lpstr>
      <vt:lpstr>PowerPoint Presentation</vt:lpstr>
      <vt:lpstr>Revision History</vt:lpstr>
      <vt:lpstr>Contents</vt:lpstr>
      <vt:lpstr>UI Structure</vt:lpstr>
      <vt:lpstr>UI Structure</vt:lpstr>
      <vt:lpstr>UI Structure</vt:lpstr>
      <vt:lpstr>UI Structure</vt:lpstr>
      <vt:lpstr>Contents</vt:lpstr>
      <vt:lpstr>Use Cases</vt:lpstr>
      <vt:lpstr>Use Cases – User Login</vt:lpstr>
      <vt:lpstr>Use Cases – Menu Browsing</vt:lpstr>
      <vt:lpstr>Use Cases – In-app Purchase</vt:lpstr>
      <vt:lpstr>Contents</vt:lpstr>
      <vt:lpstr>Menus and Functions</vt:lpstr>
      <vt:lpstr>Menus and Functions</vt:lpstr>
      <vt:lpstr>Menus and Functions</vt:lpstr>
      <vt:lpstr>Contents</vt:lpstr>
      <vt:lpstr>Remote Control Keys</vt:lpstr>
      <vt:lpstr>Contents</vt:lpstr>
      <vt:lpstr>Language Options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ICBC Application UI Description — 1.0.1</dc:title>
  <dc:creator>Irving College Baptist Church</dc:creator>
  <cp:lastModifiedBy>Lau, Mildred</cp:lastModifiedBy>
  <cp:revision>190</cp:revision>
  <dcterms:created xsi:type="dcterms:W3CDTF">2012-04-25T04:15:24Z</dcterms:created>
  <dcterms:modified xsi:type="dcterms:W3CDTF">2018-04-10T10:11:11Z</dcterms:modified>
  <dc:subject>Samsung TV review resubmission: actual app preview images</dc:subject>
</cp:coreProperties>
</file>